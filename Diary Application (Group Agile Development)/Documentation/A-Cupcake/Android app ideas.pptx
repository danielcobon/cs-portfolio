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1" r:id="rId6"/>
    <p:sldId id="262" r:id="rId7"/>
    <p:sldId id="260" r:id="rId8"/>
    <p:sldId id="258" r:id="rId9"/>
    <p:sldId id="264" r:id="rId10"/>
    <p:sldId id="259"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5AE04B-2687-4616-8526-9808A30996EA}" v="7" dt="2024-02-05T13:40:52.735"/>
    <p1510:client id="{1E3C1F4E-5F6F-4412-8D1D-6AED0C8D53FD}" v="167" dt="2024-02-05T14:47:22.347"/>
    <p1510:client id="{8A726D8B-DA7C-49AB-B699-5DDB4E4C113B}" v="308" dt="2024-02-05T13:53:56.082"/>
    <p1510:client id="{C07A4629-6E6D-5FFB-8A8D-82D040297E3D}" v="47" dt="2024-02-05T13:25:11.122"/>
    <p1510:client id="{EF9DC511-99D0-494B-BC7D-1D50ABD799D3}" v="3" dt="2024-02-07T11:42:43.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TLEY, JOSHUA (Student)" userId="S::a0057107@live.tees.ac.uk::14c0f27c-9cc7-4a1c-8f24-f902d1f48832" providerId="AD" clId="Web-{0C5AE04B-2687-4616-8526-9808A30996EA}"/>
    <pc:docChg chg="modSld">
      <pc:chgData name="BENTLEY, JOSHUA (Student)" userId="S::a0057107@live.tees.ac.uk::14c0f27c-9cc7-4a1c-8f24-f902d1f48832" providerId="AD" clId="Web-{0C5AE04B-2687-4616-8526-9808A30996EA}" dt="2024-02-05T13:40:52.735" v="5"/>
      <pc:docMkLst>
        <pc:docMk/>
      </pc:docMkLst>
      <pc:sldChg chg="modSp">
        <pc:chgData name="BENTLEY, JOSHUA (Student)" userId="S::a0057107@live.tees.ac.uk::14c0f27c-9cc7-4a1c-8f24-f902d1f48832" providerId="AD" clId="Web-{0C5AE04B-2687-4616-8526-9808A30996EA}" dt="2024-02-05T13:37:28.081" v="2" actId="20577"/>
        <pc:sldMkLst>
          <pc:docMk/>
          <pc:sldMk cId="2513288261" sldId="260"/>
        </pc:sldMkLst>
        <pc:spChg chg="mod">
          <ac:chgData name="BENTLEY, JOSHUA (Student)" userId="S::a0057107@live.tees.ac.uk::14c0f27c-9cc7-4a1c-8f24-f902d1f48832" providerId="AD" clId="Web-{0C5AE04B-2687-4616-8526-9808A30996EA}" dt="2024-02-05T13:37:28.081" v="2" actId="20577"/>
          <ac:spMkLst>
            <pc:docMk/>
            <pc:sldMk cId="2513288261" sldId="260"/>
            <ac:spMk id="3" creationId="{171BA022-6D3C-5D6F-F9DB-F578C51F8F4D}"/>
          </ac:spMkLst>
        </pc:spChg>
      </pc:sldChg>
      <pc:sldChg chg="modSp">
        <pc:chgData name="BENTLEY, JOSHUA (Student)" userId="S::a0057107@live.tees.ac.uk::14c0f27c-9cc7-4a1c-8f24-f902d1f48832" providerId="AD" clId="Web-{0C5AE04B-2687-4616-8526-9808A30996EA}" dt="2024-02-05T13:40:52.735" v="5"/>
        <pc:sldMkLst>
          <pc:docMk/>
          <pc:sldMk cId="106246885" sldId="261"/>
        </pc:sldMkLst>
        <pc:spChg chg="mod">
          <ac:chgData name="BENTLEY, JOSHUA (Student)" userId="S::a0057107@live.tees.ac.uk::14c0f27c-9cc7-4a1c-8f24-f902d1f48832" providerId="AD" clId="Web-{0C5AE04B-2687-4616-8526-9808A30996EA}" dt="2024-02-05T13:40:52.735" v="5"/>
          <ac:spMkLst>
            <pc:docMk/>
            <pc:sldMk cId="106246885" sldId="261"/>
            <ac:spMk id="5" creationId="{171BA022-6D3C-5D6F-F9DB-F578C51F8F4D}"/>
          </ac:spMkLst>
        </pc:spChg>
      </pc:sldChg>
    </pc:docChg>
  </pc:docChgLst>
  <pc:docChgLst>
    <pc:chgData name="FEAKES, SOPHIE (Student)" userId="S::c2595690@live.tees.ac.uk::a2e9432d-7e46-40d0-8f6e-52b39b97d384" providerId="AD" clId="Web-{EF9DC511-99D0-494B-BC7D-1D50ABD799D3}"/>
    <pc:docChg chg="modSld">
      <pc:chgData name="FEAKES, SOPHIE (Student)" userId="S::c2595690@live.tees.ac.uk::a2e9432d-7e46-40d0-8f6e-52b39b97d384" providerId="AD" clId="Web-{EF9DC511-99D0-494B-BC7D-1D50ABD799D3}" dt="2024-02-07T11:42:43.390" v="1" actId="20577"/>
      <pc:docMkLst>
        <pc:docMk/>
      </pc:docMkLst>
      <pc:sldChg chg="modSp">
        <pc:chgData name="FEAKES, SOPHIE (Student)" userId="S::c2595690@live.tees.ac.uk::a2e9432d-7e46-40d0-8f6e-52b39b97d384" providerId="AD" clId="Web-{EF9DC511-99D0-494B-BC7D-1D50ABD799D3}" dt="2024-02-07T11:42:43.390" v="1" actId="20577"/>
        <pc:sldMkLst>
          <pc:docMk/>
          <pc:sldMk cId="3244388138" sldId="264"/>
        </pc:sldMkLst>
        <pc:spChg chg="mod">
          <ac:chgData name="FEAKES, SOPHIE (Student)" userId="S::c2595690@live.tees.ac.uk::a2e9432d-7e46-40d0-8f6e-52b39b97d384" providerId="AD" clId="Web-{EF9DC511-99D0-494B-BC7D-1D50ABD799D3}" dt="2024-02-07T11:42:43.390" v="1" actId="20577"/>
          <ac:spMkLst>
            <pc:docMk/>
            <pc:sldMk cId="3244388138" sldId="264"/>
            <ac:spMk id="3" creationId="{85E66A25-7F90-442A-B80B-13006607E921}"/>
          </ac:spMkLst>
        </pc:spChg>
      </pc:sldChg>
    </pc:docChg>
  </pc:docChgLst>
  <pc:docChgLst>
    <pc:chgData name="FEAKES, SOPHIE (Student)" userId="S::c2595690@live.tees.ac.uk::a2e9432d-7e46-40d0-8f6e-52b39b97d384" providerId="AD" clId="Web-{C709917F-F210-4FB0-B17E-65EDED320468}"/>
    <pc:docChg chg="addSld modSld sldOrd">
      <pc:chgData name="FEAKES, SOPHIE (Student)" userId="S::c2595690@live.tees.ac.uk::a2e9432d-7e46-40d0-8f6e-52b39b97d384" providerId="AD" clId="Web-{C709917F-F210-4FB0-B17E-65EDED320468}" dt="2024-01-29T12:33:16.500" v="50"/>
      <pc:docMkLst>
        <pc:docMk/>
      </pc:docMkLst>
      <pc:sldChg chg="addSp delSp modSp">
        <pc:chgData name="FEAKES, SOPHIE (Student)" userId="S::c2595690@live.tees.ac.uk::a2e9432d-7e46-40d0-8f6e-52b39b97d384" providerId="AD" clId="Web-{C709917F-F210-4FB0-B17E-65EDED320468}" dt="2024-01-29T12:33:09.609" v="49"/>
        <pc:sldMkLst>
          <pc:docMk/>
          <pc:sldMk cId="1850619830" sldId="257"/>
        </pc:sldMkLst>
        <pc:spChg chg="del mod">
          <ac:chgData name="FEAKES, SOPHIE (Student)" userId="S::c2595690@live.tees.ac.uk::a2e9432d-7e46-40d0-8f6e-52b39b97d384" providerId="AD" clId="Web-{C709917F-F210-4FB0-B17E-65EDED320468}" dt="2024-01-29T12:33:08.406" v="48"/>
          <ac:spMkLst>
            <pc:docMk/>
            <pc:sldMk cId="1850619830" sldId="257"/>
            <ac:spMk id="3" creationId="{B3BC8094-C36F-0341-8A5F-30348DEC01A6}"/>
          </ac:spMkLst>
        </pc:spChg>
        <pc:spChg chg="add del mod">
          <ac:chgData name="FEAKES, SOPHIE (Student)" userId="S::c2595690@live.tees.ac.uk::a2e9432d-7e46-40d0-8f6e-52b39b97d384" providerId="AD" clId="Web-{C709917F-F210-4FB0-B17E-65EDED320468}" dt="2024-01-29T12:33:09.609" v="49"/>
          <ac:spMkLst>
            <pc:docMk/>
            <pc:sldMk cId="1850619830" sldId="257"/>
            <ac:spMk id="4" creationId="{DE0C5E5E-C287-C9E9-D5CB-321F4EBF7BC8}"/>
          </ac:spMkLst>
        </pc:spChg>
      </pc:sldChg>
      <pc:sldChg chg="modSp new ord">
        <pc:chgData name="FEAKES, SOPHIE (Student)" userId="S::c2595690@live.tees.ac.uk::a2e9432d-7e46-40d0-8f6e-52b39b97d384" providerId="AD" clId="Web-{C709917F-F210-4FB0-B17E-65EDED320468}" dt="2024-01-29T12:33:16.500" v="50"/>
        <pc:sldMkLst>
          <pc:docMk/>
          <pc:sldMk cId="3881259725" sldId="258"/>
        </pc:sldMkLst>
        <pc:spChg chg="mod">
          <ac:chgData name="FEAKES, SOPHIE (Student)" userId="S::c2595690@live.tees.ac.uk::a2e9432d-7e46-40d0-8f6e-52b39b97d384" providerId="AD" clId="Web-{C709917F-F210-4FB0-B17E-65EDED320468}" dt="2024-01-29T12:33:06.390" v="47" actId="20577"/>
          <ac:spMkLst>
            <pc:docMk/>
            <pc:sldMk cId="3881259725" sldId="258"/>
            <ac:spMk id="2" creationId="{7DDEB329-B255-920E-F1F9-9F12CFC7284F}"/>
          </ac:spMkLst>
        </pc:spChg>
        <pc:spChg chg="mod">
          <ac:chgData name="FEAKES, SOPHIE (Student)" userId="S::c2595690@live.tees.ac.uk::a2e9432d-7e46-40d0-8f6e-52b39b97d384" providerId="AD" clId="Web-{C709917F-F210-4FB0-B17E-65EDED320468}" dt="2024-01-29T12:23:00.530" v="40" actId="1076"/>
          <ac:spMkLst>
            <pc:docMk/>
            <pc:sldMk cId="3881259725" sldId="258"/>
            <ac:spMk id="3" creationId="{85E66A25-7F90-442A-B80B-13006607E921}"/>
          </ac:spMkLst>
        </pc:spChg>
      </pc:sldChg>
      <pc:sldChg chg="addSp delSp modSp new">
        <pc:chgData name="FEAKES, SOPHIE (Student)" userId="S::c2595690@live.tees.ac.uk::a2e9432d-7e46-40d0-8f6e-52b39b97d384" providerId="AD" clId="Web-{C709917F-F210-4FB0-B17E-65EDED320468}" dt="2024-01-29T12:33:03.937" v="45"/>
        <pc:sldMkLst>
          <pc:docMk/>
          <pc:sldMk cId="1099427529" sldId="259"/>
        </pc:sldMkLst>
        <pc:spChg chg="del mod">
          <ac:chgData name="FEAKES, SOPHIE (Student)" userId="S::c2595690@live.tees.ac.uk::a2e9432d-7e46-40d0-8f6e-52b39b97d384" providerId="AD" clId="Web-{C709917F-F210-4FB0-B17E-65EDED320468}" dt="2024-01-29T12:33:03.937" v="45"/>
          <ac:spMkLst>
            <pc:docMk/>
            <pc:sldMk cId="1099427529" sldId="259"/>
            <ac:spMk id="2" creationId="{67F26C60-0F55-C0F4-FAB3-EC2A2BA1B1C9}"/>
          </ac:spMkLst>
        </pc:spChg>
        <pc:spChg chg="del mod">
          <ac:chgData name="FEAKES, SOPHIE (Student)" userId="S::c2595690@live.tees.ac.uk::a2e9432d-7e46-40d0-8f6e-52b39b97d384" providerId="AD" clId="Web-{C709917F-F210-4FB0-B17E-65EDED320468}" dt="2024-01-29T12:33:02.781" v="44"/>
          <ac:spMkLst>
            <pc:docMk/>
            <pc:sldMk cId="1099427529" sldId="259"/>
            <ac:spMk id="3" creationId="{1B1815D7-7960-8768-7005-5569A4C8B778}"/>
          </ac:spMkLst>
        </pc:spChg>
        <pc:spChg chg="add mod">
          <ac:chgData name="FEAKES, SOPHIE (Student)" userId="S::c2595690@live.tees.ac.uk::a2e9432d-7e46-40d0-8f6e-52b39b97d384" providerId="AD" clId="Web-{C709917F-F210-4FB0-B17E-65EDED320468}" dt="2024-01-29T12:33:02.781" v="44"/>
          <ac:spMkLst>
            <pc:docMk/>
            <pc:sldMk cId="1099427529" sldId="259"/>
            <ac:spMk id="5" creationId="{0207699B-299C-95CE-7929-C2066689860E}"/>
          </ac:spMkLst>
        </pc:spChg>
        <pc:spChg chg="add mod">
          <ac:chgData name="FEAKES, SOPHIE (Student)" userId="S::c2595690@live.tees.ac.uk::a2e9432d-7e46-40d0-8f6e-52b39b97d384" providerId="AD" clId="Web-{C709917F-F210-4FB0-B17E-65EDED320468}" dt="2024-01-29T12:33:03.937" v="45"/>
          <ac:spMkLst>
            <pc:docMk/>
            <pc:sldMk cId="1099427529" sldId="259"/>
            <ac:spMk id="7" creationId="{D1CDACF6-3EA8-3FC9-BABE-C9C7044D7D0C}"/>
          </ac:spMkLst>
        </pc:spChg>
      </pc:sldChg>
    </pc:docChg>
  </pc:docChgLst>
  <pc:docChgLst>
    <pc:chgData name="FEAKES, SOPHIE (Student)" userId="S::c2595690@live.tees.ac.uk::a2e9432d-7e46-40d0-8f6e-52b39b97d384" providerId="AD" clId="Web-{A3730543-DF69-90CE-57FF-57AEDABACE6E}"/>
    <pc:docChg chg="addSld delSld modSld">
      <pc:chgData name="FEAKES, SOPHIE (Student)" userId="S::c2595690@live.tees.ac.uk::a2e9432d-7e46-40d0-8f6e-52b39b97d384" providerId="AD" clId="Web-{A3730543-DF69-90CE-57FF-57AEDABACE6E}" dt="2024-01-29T12:37:45.679" v="272" actId="20577"/>
      <pc:docMkLst>
        <pc:docMk/>
      </pc:docMkLst>
      <pc:sldChg chg="modSp">
        <pc:chgData name="FEAKES, SOPHIE (Student)" userId="S::c2595690@live.tees.ac.uk::a2e9432d-7e46-40d0-8f6e-52b39b97d384" providerId="AD" clId="Web-{A3730543-DF69-90CE-57FF-57AEDABACE6E}" dt="2024-01-29T12:33:38.749" v="10" actId="20577"/>
        <pc:sldMkLst>
          <pc:docMk/>
          <pc:sldMk cId="2552946376" sldId="256"/>
        </pc:sldMkLst>
        <pc:spChg chg="mod">
          <ac:chgData name="FEAKES, SOPHIE (Student)" userId="S::c2595690@live.tees.ac.uk::a2e9432d-7e46-40d0-8f6e-52b39b97d384" providerId="AD" clId="Web-{A3730543-DF69-90CE-57FF-57AEDABACE6E}" dt="2024-01-29T12:33:38.749" v="10" actId="20577"/>
          <ac:spMkLst>
            <pc:docMk/>
            <pc:sldMk cId="2552946376" sldId="256"/>
            <ac:spMk id="2" creationId="{46280EEF-0AFC-E691-7627-82303855869B}"/>
          </ac:spMkLst>
        </pc:spChg>
      </pc:sldChg>
      <pc:sldChg chg="del">
        <pc:chgData name="FEAKES, SOPHIE (Student)" userId="S::c2595690@live.tees.ac.uk::a2e9432d-7e46-40d0-8f6e-52b39b97d384" providerId="AD" clId="Web-{A3730543-DF69-90CE-57FF-57AEDABACE6E}" dt="2024-01-29T12:33:30.983" v="1"/>
        <pc:sldMkLst>
          <pc:docMk/>
          <pc:sldMk cId="1850619830" sldId="257"/>
        </pc:sldMkLst>
      </pc:sldChg>
      <pc:sldChg chg="modSp new">
        <pc:chgData name="FEAKES, SOPHIE (Student)" userId="S::c2595690@live.tees.ac.uk::a2e9432d-7e46-40d0-8f6e-52b39b97d384" providerId="AD" clId="Web-{A3730543-DF69-90CE-57FF-57AEDABACE6E}" dt="2024-01-29T12:37:45.679" v="272" actId="20577"/>
        <pc:sldMkLst>
          <pc:docMk/>
          <pc:sldMk cId="187318483" sldId="259"/>
        </pc:sldMkLst>
        <pc:spChg chg="mod">
          <ac:chgData name="FEAKES, SOPHIE (Student)" userId="S::c2595690@live.tees.ac.uk::a2e9432d-7e46-40d0-8f6e-52b39b97d384" providerId="AD" clId="Web-{A3730543-DF69-90CE-57FF-57AEDABACE6E}" dt="2024-01-29T12:33:51.890" v="18" actId="20577"/>
          <ac:spMkLst>
            <pc:docMk/>
            <pc:sldMk cId="187318483" sldId="259"/>
            <ac:spMk id="2" creationId="{62537D6A-384B-A7B1-96FD-C1C4D0303C28}"/>
          </ac:spMkLst>
        </pc:spChg>
        <pc:spChg chg="mod">
          <ac:chgData name="FEAKES, SOPHIE (Student)" userId="S::c2595690@live.tees.ac.uk::a2e9432d-7e46-40d0-8f6e-52b39b97d384" providerId="AD" clId="Web-{A3730543-DF69-90CE-57FF-57AEDABACE6E}" dt="2024-01-29T12:37:45.679" v="272" actId="20577"/>
          <ac:spMkLst>
            <pc:docMk/>
            <pc:sldMk cId="187318483" sldId="259"/>
            <ac:spMk id="3" creationId="{217FAA75-C556-B214-DB58-F975BDA53E99}"/>
          </ac:spMkLst>
        </pc:spChg>
      </pc:sldChg>
      <pc:sldChg chg="del">
        <pc:chgData name="FEAKES, SOPHIE (Student)" userId="S::c2595690@live.tees.ac.uk::a2e9432d-7e46-40d0-8f6e-52b39b97d384" providerId="AD" clId="Web-{A3730543-DF69-90CE-57FF-57AEDABACE6E}" dt="2024-01-29T12:33:29.483" v="0"/>
        <pc:sldMkLst>
          <pc:docMk/>
          <pc:sldMk cId="1099427529" sldId="259"/>
        </pc:sldMkLst>
      </pc:sldChg>
    </pc:docChg>
  </pc:docChgLst>
  <pc:docChgLst>
    <pc:chgData name="FEAKES, SOPHIE (Student)" userId="S::c2595690@live.tees.ac.uk::a2e9432d-7e46-40d0-8f6e-52b39b97d384" providerId="AD" clId="Web-{8A726D8B-DA7C-49AB-B699-5DDB4E4C113B}"/>
    <pc:docChg chg="addSld modSld">
      <pc:chgData name="FEAKES, SOPHIE (Student)" userId="S::c2595690@live.tees.ac.uk::a2e9432d-7e46-40d0-8f6e-52b39b97d384" providerId="AD" clId="Web-{8A726D8B-DA7C-49AB-B699-5DDB4E4C113B}" dt="2024-02-05T13:53:56.082" v="299" actId="20577"/>
      <pc:docMkLst>
        <pc:docMk/>
      </pc:docMkLst>
      <pc:sldChg chg="addSp delSp modSp new">
        <pc:chgData name="FEAKES, SOPHIE (Student)" userId="S::c2595690@live.tees.ac.uk::a2e9432d-7e46-40d0-8f6e-52b39b97d384" providerId="AD" clId="Web-{8A726D8B-DA7C-49AB-B699-5DDB4E4C113B}" dt="2024-02-05T13:41:58.461" v="121" actId="14100"/>
        <pc:sldMkLst>
          <pc:docMk/>
          <pc:sldMk cId="106246885" sldId="261"/>
        </pc:sldMkLst>
        <pc:spChg chg="del">
          <ac:chgData name="FEAKES, SOPHIE (Student)" userId="S::c2595690@live.tees.ac.uk::a2e9432d-7e46-40d0-8f6e-52b39b97d384" providerId="AD" clId="Web-{8A726D8B-DA7C-49AB-B699-5DDB4E4C113B}" dt="2024-02-05T13:38:32.996" v="2"/>
          <ac:spMkLst>
            <pc:docMk/>
            <pc:sldMk cId="106246885" sldId="261"/>
            <ac:spMk id="2" creationId="{EB1CE5EE-BD84-CA11-9D74-3C25AF72D13C}"/>
          </ac:spMkLst>
        </pc:spChg>
        <pc:spChg chg="del">
          <ac:chgData name="FEAKES, SOPHIE (Student)" userId="S::c2595690@live.tees.ac.uk::a2e9432d-7e46-40d0-8f6e-52b39b97d384" providerId="AD" clId="Web-{8A726D8B-DA7C-49AB-B699-5DDB4E4C113B}" dt="2024-02-05T13:38:36.512" v="3"/>
          <ac:spMkLst>
            <pc:docMk/>
            <pc:sldMk cId="106246885" sldId="261"/>
            <ac:spMk id="3" creationId="{A858B5B0-DEEE-FF08-C192-4998388EAB36}"/>
          </ac:spMkLst>
        </pc:spChg>
        <pc:spChg chg="add mod">
          <ac:chgData name="FEAKES, SOPHIE (Student)" userId="S::c2595690@live.tees.ac.uk::a2e9432d-7e46-40d0-8f6e-52b39b97d384" providerId="AD" clId="Web-{8A726D8B-DA7C-49AB-B699-5DDB4E4C113B}" dt="2024-02-05T13:41:50.742" v="119" actId="1076"/>
          <ac:spMkLst>
            <pc:docMk/>
            <pc:sldMk cId="106246885" sldId="261"/>
            <ac:spMk id="4" creationId="{09D8C287-4648-313C-B20A-511B56BD526E}"/>
          </ac:spMkLst>
        </pc:spChg>
        <pc:spChg chg="add mod">
          <ac:chgData name="FEAKES, SOPHIE (Student)" userId="S::c2595690@live.tees.ac.uk::a2e9432d-7e46-40d0-8f6e-52b39b97d384" providerId="AD" clId="Web-{8A726D8B-DA7C-49AB-B699-5DDB4E4C113B}" dt="2024-02-05T13:41:58.461" v="121" actId="14100"/>
          <ac:spMkLst>
            <pc:docMk/>
            <pc:sldMk cId="106246885" sldId="261"/>
            <ac:spMk id="5" creationId="{171BA022-6D3C-5D6F-F9DB-F578C51F8F4D}"/>
          </ac:spMkLst>
        </pc:spChg>
      </pc:sldChg>
      <pc:sldChg chg="modSp add replId">
        <pc:chgData name="FEAKES, SOPHIE (Student)" userId="S::c2595690@live.tees.ac.uk::a2e9432d-7e46-40d0-8f6e-52b39b97d384" providerId="AD" clId="Web-{8A726D8B-DA7C-49AB-B699-5DDB4E4C113B}" dt="2024-02-05T13:53:56.082" v="299" actId="20577"/>
        <pc:sldMkLst>
          <pc:docMk/>
          <pc:sldMk cId="3511581528" sldId="262"/>
        </pc:sldMkLst>
        <pc:spChg chg="mod">
          <ac:chgData name="FEAKES, SOPHIE (Student)" userId="S::c2595690@live.tees.ac.uk::a2e9432d-7e46-40d0-8f6e-52b39b97d384" providerId="AD" clId="Web-{8A726D8B-DA7C-49AB-B699-5DDB4E4C113B}" dt="2024-02-05T13:42:20.587" v="126" actId="20577"/>
          <ac:spMkLst>
            <pc:docMk/>
            <pc:sldMk cId="3511581528" sldId="262"/>
            <ac:spMk id="4" creationId="{09D8C287-4648-313C-B20A-511B56BD526E}"/>
          </ac:spMkLst>
        </pc:spChg>
        <pc:spChg chg="mod">
          <ac:chgData name="FEAKES, SOPHIE (Student)" userId="S::c2595690@live.tees.ac.uk::a2e9432d-7e46-40d0-8f6e-52b39b97d384" providerId="AD" clId="Web-{8A726D8B-DA7C-49AB-B699-5DDB4E4C113B}" dt="2024-02-05T13:53:56.082" v="299" actId="20577"/>
          <ac:spMkLst>
            <pc:docMk/>
            <pc:sldMk cId="3511581528" sldId="262"/>
            <ac:spMk id="5" creationId="{171BA022-6D3C-5D6F-F9DB-F578C51F8F4D}"/>
          </ac:spMkLst>
        </pc:spChg>
      </pc:sldChg>
    </pc:docChg>
  </pc:docChgLst>
  <pc:docChgLst>
    <pc:chgData name="FEAKES, SOPHIE (Student)" userId="S::c2595690@live.tees.ac.uk::a2e9432d-7e46-40d0-8f6e-52b39b97d384" providerId="AD" clId="Web-{1E3C1F4E-5F6F-4412-8D1D-6AED0C8D53FD}"/>
    <pc:docChg chg="addSld modSld">
      <pc:chgData name="FEAKES, SOPHIE (Student)" userId="S::c2595690@live.tees.ac.uk::a2e9432d-7e46-40d0-8f6e-52b39b97d384" providerId="AD" clId="Web-{1E3C1F4E-5F6F-4412-8D1D-6AED0C8D53FD}" dt="2024-02-05T14:47:22.347" v="165" actId="20577"/>
      <pc:docMkLst>
        <pc:docMk/>
      </pc:docMkLst>
      <pc:sldChg chg="modSp">
        <pc:chgData name="FEAKES, SOPHIE (Student)" userId="S::c2595690@live.tees.ac.uk::a2e9432d-7e46-40d0-8f6e-52b39b97d384" providerId="AD" clId="Web-{1E3C1F4E-5F6F-4412-8D1D-6AED0C8D53FD}" dt="2024-02-05T14:40:36.012" v="114" actId="1076"/>
        <pc:sldMkLst>
          <pc:docMk/>
          <pc:sldMk cId="3511581528" sldId="262"/>
        </pc:sldMkLst>
        <pc:spChg chg="mod">
          <ac:chgData name="FEAKES, SOPHIE (Student)" userId="S::c2595690@live.tees.ac.uk::a2e9432d-7e46-40d0-8f6e-52b39b97d384" providerId="AD" clId="Web-{1E3C1F4E-5F6F-4412-8D1D-6AED0C8D53FD}" dt="2024-02-05T14:40:36.012" v="114" actId="1076"/>
          <ac:spMkLst>
            <pc:docMk/>
            <pc:sldMk cId="3511581528" sldId="262"/>
            <ac:spMk id="5" creationId="{171BA022-6D3C-5D6F-F9DB-F578C51F8F4D}"/>
          </ac:spMkLst>
        </pc:spChg>
      </pc:sldChg>
      <pc:sldChg chg="modSp new">
        <pc:chgData name="FEAKES, SOPHIE (Student)" userId="S::c2595690@live.tees.ac.uk::a2e9432d-7e46-40d0-8f6e-52b39b97d384" providerId="AD" clId="Web-{1E3C1F4E-5F6F-4412-8D1D-6AED0C8D53FD}" dt="2024-02-05T14:15:20.908" v="12" actId="20577"/>
        <pc:sldMkLst>
          <pc:docMk/>
          <pc:sldMk cId="3331848372" sldId="263"/>
        </pc:sldMkLst>
        <pc:spChg chg="mod">
          <ac:chgData name="FEAKES, SOPHIE (Student)" userId="S::c2595690@live.tees.ac.uk::a2e9432d-7e46-40d0-8f6e-52b39b97d384" providerId="AD" clId="Web-{1E3C1F4E-5F6F-4412-8D1D-6AED0C8D53FD}" dt="2024-02-05T14:15:20.908" v="12" actId="20577"/>
          <ac:spMkLst>
            <pc:docMk/>
            <pc:sldMk cId="3331848372" sldId="263"/>
            <ac:spMk id="3" creationId="{493C22FC-5266-B421-428D-7BAA444132F5}"/>
          </ac:spMkLst>
        </pc:spChg>
      </pc:sldChg>
      <pc:sldChg chg="modSp add replId">
        <pc:chgData name="FEAKES, SOPHIE (Student)" userId="S::c2595690@live.tees.ac.uk::a2e9432d-7e46-40d0-8f6e-52b39b97d384" providerId="AD" clId="Web-{1E3C1F4E-5F6F-4412-8D1D-6AED0C8D53FD}" dt="2024-02-05T14:47:22.347" v="165" actId="20577"/>
        <pc:sldMkLst>
          <pc:docMk/>
          <pc:sldMk cId="3244388138" sldId="264"/>
        </pc:sldMkLst>
        <pc:spChg chg="mod">
          <ac:chgData name="FEAKES, SOPHIE (Student)" userId="S::c2595690@live.tees.ac.uk::a2e9432d-7e46-40d0-8f6e-52b39b97d384" providerId="AD" clId="Web-{1E3C1F4E-5F6F-4412-8D1D-6AED0C8D53FD}" dt="2024-02-05T14:42:22.502" v="132" actId="20577"/>
          <ac:spMkLst>
            <pc:docMk/>
            <pc:sldMk cId="3244388138" sldId="264"/>
            <ac:spMk id="2" creationId="{7DDEB329-B255-920E-F1F9-9F12CFC7284F}"/>
          </ac:spMkLst>
        </pc:spChg>
        <pc:spChg chg="mod">
          <ac:chgData name="FEAKES, SOPHIE (Student)" userId="S::c2595690@live.tees.ac.uk::a2e9432d-7e46-40d0-8f6e-52b39b97d384" providerId="AD" clId="Web-{1E3C1F4E-5F6F-4412-8D1D-6AED0C8D53FD}" dt="2024-02-05T14:47:22.347" v="165" actId="20577"/>
          <ac:spMkLst>
            <pc:docMk/>
            <pc:sldMk cId="3244388138" sldId="264"/>
            <ac:spMk id="3" creationId="{85E66A25-7F90-442A-B80B-13006607E921}"/>
          </ac:spMkLst>
        </pc:spChg>
      </pc:sldChg>
    </pc:docChg>
  </pc:docChgLst>
  <pc:docChgLst>
    <pc:chgData name="FEAKES, SOPHIE (Student)" userId="S::c2595690@live.tees.ac.uk::a2e9432d-7e46-40d0-8f6e-52b39b97d384" providerId="AD" clId="Web-{C07A4629-6E6D-5FFB-8A8D-82D040297E3D}"/>
    <pc:docChg chg="addSld modSld">
      <pc:chgData name="FEAKES, SOPHIE (Student)" userId="S::c2595690@live.tees.ac.uk::a2e9432d-7e46-40d0-8f6e-52b39b97d384" providerId="AD" clId="Web-{C07A4629-6E6D-5FFB-8A8D-82D040297E3D}" dt="2024-02-05T13:25:11.122" v="44" actId="20577"/>
      <pc:docMkLst>
        <pc:docMk/>
      </pc:docMkLst>
      <pc:sldChg chg="modSp new">
        <pc:chgData name="FEAKES, SOPHIE (Student)" userId="S::c2595690@live.tees.ac.uk::a2e9432d-7e46-40d0-8f6e-52b39b97d384" providerId="AD" clId="Web-{C07A4629-6E6D-5FFB-8A8D-82D040297E3D}" dt="2024-02-05T13:25:11.122" v="44" actId="20577"/>
        <pc:sldMkLst>
          <pc:docMk/>
          <pc:sldMk cId="2513288261" sldId="260"/>
        </pc:sldMkLst>
        <pc:spChg chg="mod">
          <ac:chgData name="FEAKES, SOPHIE (Student)" userId="S::c2595690@live.tees.ac.uk::a2e9432d-7e46-40d0-8f6e-52b39b97d384" providerId="AD" clId="Web-{C07A4629-6E6D-5FFB-8A8D-82D040297E3D}" dt="2024-02-05T13:25:00.356" v="42" actId="1076"/>
          <ac:spMkLst>
            <pc:docMk/>
            <pc:sldMk cId="2513288261" sldId="260"/>
            <ac:spMk id="2" creationId="{09D8C287-4648-313C-B20A-511B56BD526E}"/>
          </ac:spMkLst>
        </pc:spChg>
        <pc:spChg chg="mod">
          <ac:chgData name="FEAKES, SOPHIE (Student)" userId="S::c2595690@live.tees.ac.uk::a2e9432d-7e46-40d0-8f6e-52b39b97d384" providerId="AD" clId="Web-{C07A4629-6E6D-5FFB-8A8D-82D040297E3D}" dt="2024-02-05T13:25:11.122" v="44" actId="20577"/>
          <ac:spMkLst>
            <pc:docMk/>
            <pc:sldMk cId="2513288261" sldId="260"/>
            <ac:spMk id="3" creationId="{171BA022-6D3C-5D6F-F9DB-F578C51F8F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BF173-201C-6EBD-976B-22BB0A82A0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9422C0D-2B34-3B67-EF60-680103856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F24ABAA-D666-C564-677A-59583C704549}"/>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5" name="Footer Placeholder 4">
            <a:extLst>
              <a:ext uri="{FF2B5EF4-FFF2-40B4-BE49-F238E27FC236}">
                <a16:creationId xmlns:a16="http://schemas.microsoft.com/office/drawing/2014/main" id="{DC28926F-B720-B884-E38B-EAA6FD3D7C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E06776-8160-7FB2-8EB8-EDED736418B3}"/>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2530142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DBAB-21E8-A0D3-EAB5-8DDB6EAE7A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9EA3CC9-E22E-F59D-119A-3325FDFB5B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718173E-DAD4-441E-E430-5872C9149944}"/>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5" name="Footer Placeholder 4">
            <a:extLst>
              <a:ext uri="{FF2B5EF4-FFF2-40B4-BE49-F238E27FC236}">
                <a16:creationId xmlns:a16="http://schemas.microsoft.com/office/drawing/2014/main" id="{C6A56D1E-F849-0FD0-3ECA-9BB51BBDB6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E9847A-D7AA-CCE7-3682-4EA3BA8C9537}"/>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66695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7BE5-2887-784C-69CD-9653103659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CAF67AC-9EA9-7AAB-4D41-B4A17577A6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9ACECD-E4BD-D3CA-6D97-AD15C72F6D41}"/>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5" name="Footer Placeholder 4">
            <a:extLst>
              <a:ext uri="{FF2B5EF4-FFF2-40B4-BE49-F238E27FC236}">
                <a16:creationId xmlns:a16="http://schemas.microsoft.com/office/drawing/2014/main" id="{8BA79F69-8306-ACB3-CCFC-1669C5D1AE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CE1072-2D47-649F-DBF4-7BB81DF4C40B}"/>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3869809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BEA45-A3B6-29E8-C808-7834BBC3B2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9207374-1B48-D5A3-A5BA-C6979C2CA8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711EA38-9C53-C730-D18D-DD75738E81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0520507-AE82-D1DF-98EF-5780DB99F97E}"/>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6" name="Footer Placeholder 5">
            <a:extLst>
              <a:ext uri="{FF2B5EF4-FFF2-40B4-BE49-F238E27FC236}">
                <a16:creationId xmlns:a16="http://schemas.microsoft.com/office/drawing/2014/main" id="{CD07C8A5-94AC-F331-65EF-64026492EB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C70943-7DDA-0CFE-BC5F-0ED37FE651FF}"/>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2821529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03BCB-8756-C577-34C3-36A902D49AE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22063C-634C-9517-835C-047F9E7EAA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672C54-BD7C-EECB-2E6E-4A5588A63F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5DBADA4-4D3E-E824-EB56-036D3957C4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95E8C3-E670-4858-DECF-61A89E767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63B080F-DCB7-343C-BAB7-26BCF02478D5}"/>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8" name="Footer Placeholder 7">
            <a:extLst>
              <a:ext uri="{FF2B5EF4-FFF2-40B4-BE49-F238E27FC236}">
                <a16:creationId xmlns:a16="http://schemas.microsoft.com/office/drawing/2014/main" id="{B3DA6B51-388A-F41B-3DBA-D0A5A781C3A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43F6025-A65B-5354-DC39-D371B99E89B8}"/>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3388333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AF06-01F9-0BAF-827D-B13E6F3EAD8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B7EE733-E968-B08E-8E66-B7452233AC45}"/>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4" name="Footer Placeholder 3">
            <a:extLst>
              <a:ext uri="{FF2B5EF4-FFF2-40B4-BE49-F238E27FC236}">
                <a16:creationId xmlns:a16="http://schemas.microsoft.com/office/drawing/2014/main" id="{A6E31690-583C-77E7-58C4-C09A5B2AE8D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F6AE3EB-D2BE-6095-A2E8-8CFD4F153AE4}"/>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168153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ECF086-8B13-95C7-7A1D-EF907B64F49D}"/>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3" name="Footer Placeholder 2">
            <a:extLst>
              <a:ext uri="{FF2B5EF4-FFF2-40B4-BE49-F238E27FC236}">
                <a16:creationId xmlns:a16="http://schemas.microsoft.com/office/drawing/2014/main" id="{5685B838-BC77-8E60-9CBB-2C1B61147C4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C13683C-2FDF-67F8-2858-00664F4BC732}"/>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2226334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7B8D-5C24-59F5-8A88-7A9F3B724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77FDC8E-B170-9384-8657-ECB3CCB2A9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F1EC3DE-EB18-999C-598C-7E8C750DD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5E384B-DAB4-B234-3E22-71CCC2273A42}"/>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6" name="Footer Placeholder 5">
            <a:extLst>
              <a:ext uri="{FF2B5EF4-FFF2-40B4-BE49-F238E27FC236}">
                <a16:creationId xmlns:a16="http://schemas.microsoft.com/office/drawing/2014/main" id="{2F8B53F4-34C3-AA3C-1DFD-097DF9DC34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913133-943F-D896-9146-46D23C370F8F}"/>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805861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A191-1533-9E17-C019-904394ED6D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45BE49A-583C-A571-50CB-10EBA09523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D3DD084-39A0-50A8-AEC3-61BC1DD295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682F9D-1FBF-7B50-6AB4-58EBD9D0B74E}"/>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6" name="Footer Placeholder 5">
            <a:extLst>
              <a:ext uri="{FF2B5EF4-FFF2-40B4-BE49-F238E27FC236}">
                <a16:creationId xmlns:a16="http://schemas.microsoft.com/office/drawing/2014/main" id="{C7BDB62E-9206-2CCE-595A-979B435C82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6A1417B-16FD-F666-CEC5-D860B79B68DE}"/>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142472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E2BE8-A35B-092A-7E9E-36F73404382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914B964-F32E-B52F-0F20-E125955FF5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FD537B-3198-B768-3658-D5CF6382A268}"/>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5" name="Footer Placeholder 4">
            <a:extLst>
              <a:ext uri="{FF2B5EF4-FFF2-40B4-BE49-F238E27FC236}">
                <a16:creationId xmlns:a16="http://schemas.microsoft.com/office/drawing/2014/main" id="{B822A824-816D-5555-83B4-E34A19AF0A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0194C2-6586-0D57-3605-4176CB8A050C}"/>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2441198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8B76D4-868E-CC28-473B-5A6CC0498C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4A46E4B-B364-F0FD-23D9-9352C19EFA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C1B9D2-5C6F-9969-36FB-3CCF13F9D332}"/>
              </a:ext>
            </a:extLst>
          </p:cNvPr>
          <p:cNvSpPr>
            <a:spLocks noGrp="1"/>
          </p:cNvSpPr>
          <p:nvPr>
            <p:ph type="dt" sz="half" idx="10"/>
          </p:nvPr>
        </p:nvSpPr>
        <p:spPr/>
        <p:txBody>
          <a:bodyPr/>
          <a:lstStyle/>
          <a:p>
            <a:fld id="{6D79811C-4C7D-4FAF-90DB-3C18E9C9DBCE}" type="datetimeFigureOut">
              <a:rPr lang="en-GB" smtClean="0"/>
              <a:t>07/02/2024</a:t>
            </a:fld>
            <a:endParaRPr lang="en-GB"/>
          </a:p>
        </p:txBody>
      </p:sp>
      <p:sp>
        <p:nvSpPr>
          <p:cNvPr id="5" name="Footer Placeholder 4">
            <a:extLst>
              <a:ext uri="{FF2B5EF4-FFF2-40B4-BE49-F238E27FC236}">
                <a16:creationId xmlns:a16="http://schemas.microsoft.com/office/drawing/2014/main" id="{7C0C2B97-9A27-91C3-7CFD-6C19BDBAF8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7563C3-5B19-D692-49EE-29618DDCA05F}"/>
              </a:ext>
            </a:extLst>
          </p:cNvPr>
          <p:cNvSpPr>
            <a:spLocks noGrp="1"/>
          </p:cNvSpPr>
          <p:nvPr>
            <p:ph type="sldNum" sz="quarter" idx="12"/>
          </p:nvPr>
        </p:nvSpPr>
        <p:spPr/>
        <p:txBody>
          <a:bodyPr/>
          <a:lstStyle/>
          <a:p>
            <a:fld id="{1BD59BC5-A86D-45F2-AE71-63BB4A1A2A5D}" type="slidenum">
              <a:rPr lang="en-GB" smtClean="0"/>
              <a:t>‹#›</a:t>
            </a:fld>
            <a:endParaRPr lang="en-GB"/>
          </a:p>
        </p:txBody>
      </p:sp>
    </p:spTree>
    <p:extLst>
      <p:ext uri="{BB962C8B-B14F-4D97-AF65-F5344CB8AC3E}">
        <p14:creationId xmlns:p14="http://schemas.microsoft.com/office/powerpoint/2010/main" val="11068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5D0F5A-DD21-9BD2-51A9-CF5B5F7071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AC5FFD5-9908-E915-E106-0048EEFF3A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78A209-10C2-F38E-18FC-5A1F67664D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9811C-4C7D-4FAF-90DB-3C18E9C9DBCE}" type="datetimeFigureOut">
              <a:rPr lang="en-GB" smtClean="0"/>
              <a:t>07/02/2024</a:t>
            </a:fld>
            <a:endParaRPr lang="en-GB"/>
          </a:p>
        </p:txBody>
      </p:sp>
      <p:sp>
        <p:nvSpPr>
          <p:cNvPr id="5" name="Footer Placeholder 4">
            <a:extLst>
              <a:ext uri="{FF2B5EF4-FFF2-40B4-BE49-F238E27FC236}">
                <a16:creationId xmlns:a16="http://schemas.microsoft.com/office/drawing/2014/main" id="{F61A08B6-55A5-41A0-3FC3-0D86CBDF86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1987330-985C-0364-FE68-51239ACB48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D59BC5-A86D-45F2-AE71-63BB4A1A2A5D}" type="slidenum">
              <a:rPr lang="en-GB" smtClean="0"/>
              <a:t>‹#›</a:t>
            </a:fld>
            <a:endParaRPr lang="en-GB"/>
          </a:p>
        </p:txBody>
      </p:sp>
    </p:spTree>
    <p:extLst>
      <p:ext uri="{BB962C8B-B14F-4D97-AF65-F5344CB8AC3E}">
        <p14:creationId xmlns:p14="http://schemas.microsoft.com/office/powerpoint/2010/main" val="1167378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80EEF-0AFC-E691-7627-82303855869B}"/>
              </a:ext>
            </a:extLst>
          </p:cNvPr>
          <p:cNvSpPr>
            <a:spLocks noGrp="1"/>
          </p:cNvSpPr>
          <p:nvPr>
            <p:ph type="ctrTitle"/>
          </p:nvPr>
        </p:nvSpPr>
        <p:spPr/>
        <p:txBody>
          <a:bodyPr/>
          <a:lstStyle/>
          <a:p>
            <a:r>
              <a:rPr lang="en-GB"/>
              <a:t>Android Application ideas</a:t>
            </a:r>
            <a:br>
              <a:rPr lang="en-GB"/>
            </a:br>
            <a:r>
              <a:rPr lang="en-GB">
                <a:cs typeface="Calibri Light"/>
              </a:rPr>
              <a:t>- secret diary?</a:t>
            </a:r>
          </a:p>
        </p:txBody>
      </p:sp>
    </p:spTree>
    <p:extLst>
      <p:ext uri="{BB962C8B-B14F-4D97-AF65-F5344CB8AC3E}">
        <p14:creationId xmlns:p14="http://schemas.microsoft.com/office/powerpoint/2010/main" val="2552946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D8C287-4648-313C-B20A-511B56BD526E}"/>
              </a:ext>
            </a:extLst>
          </p:cNvPr>
          <p:cNvSpPr>
            <a:spLocks noGrp="1"/>
          </p:cNvSpPr>
          <p:nvPr/>
        </p:nvSpPr>
        <p:spPr>
          <a:xfrm>
            <a:off x="137781" y="-50419"/>
            <a:ext cx="4767179" cy="8994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Requirement 1</a:t>
            </a:r>
            <a:endParaRPr lang="en-US"/>
          </a:p>
        </p:txBody>
      </p:sp>
      <p:sp>
        <p:nvSpPr>
          <p:cNvPr id="5" name="Content Placeholder 2">
            <a:extLst>
              <a:ext uri="{FF2B5EF4-FFF2-40B4-BE49-F238E27FC236}">
                <a16:creationId xmlns:a16="http://schemas.microsoft.com/office/drawing/2014/main" id="{171BA022-6D3C-5D6F-F9DB-F578C51F8F4D}"/>
              </a:ext>
            </a:extLst>
          </p:cNvPr>
          <p:cNvSpPr>
            <a:spLocks noGrp="1"/>
          </p:cNvSpPr>
          <p:nvPr/>
        </p:nvSpPr>
        <p:spPr>
          <a:xfrm>
            <a:off x="400406" y="848868"/>
            <a:ext cx="11400503" cy="5526982"/>
          </a:xfrm>
          <a:prstGeom prst="rect">
            <a:avLst/>
          </a:prstGeom>
          <a:solidFill>
            <a:schemeClr val="bg1"/>
          </a:solidFill>
          <a:ln>
            <a:solidFill>
              <a:srgbClr val="4472C4"/>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ea typeface="+mn-lt"/>
                <a:cs typeface="+mn-lt"/>
              </a:rPr>
              <a:t>Technical Expectations</a:t>
            </a:r>
            <a:endParaRPr lang="en-US" sz="1600">
              <a:cs typeface="Calibri"/>
            </a:endParaRPr>
          </a:p>
          <a:p>
            <a:pPr marL="0" indent="0">
              <a:buNone/>
            </a:pPr>
            <a:r>
              <a:rPr lang="en-US" sz="1600">
                <a:ea typeface="+mn-lt"/>
                <a:cs typeface="+mn-lt"/>
              </a:rPr>
              <a:t>Your app must demonstrate the following technical complexity:</a:t>
            </a:r>
          </a:p>
          <a:p>
            <a:pPr marL="0" indent="0">
              <a:buNone/>
            </a:pPr>
            <a:r>
              <a:rPr lang="en-US" sz="1600">
                <a:ea typeface="+mn-lt"/>
                <a:cs typeface="+mn-lt"/>
              </a:rPr>
              <a:t>1. Multiple screens (Android Activities/Fragments)</a:t>
            </a:r>
          </a:p>
          <a:p>
            <a:pPr marL="0" indent="0">
              <a:buNone/>
            </a:pPr>
            <a:r>
              <a:rPr lang="en-US" sz="1600">
                <a:ea typeface="+mn-lt"/>
                <a:cs typeface="+mn-lt"/>
              </a:rPr>
              <a:t>Your app should consist of multiple connected screens that respond suitably to the device screen size and orientation. You should include a splash screen for use on start-up.</a:t>
            </a:r>
          </a:p>
          <a:p>
            <a:pPr marL="0" indent="0">
              <a:buNone/>
            </a:pPr>
            <a:r>
              <a:rPr lang="en-US" sz="1600">
                <a:ea typeface="+mn-lt"/>
                <a:cs typeface="+mn-lt"/>
              </a:rPr>
              <a:t> Data should be transmitted from one screen to another.</a:t>
            </a:r>
          </a:p>
          <a:p>
            <a:pPr marL="0" indent="0">
              <a:buNone/>
            </a:pPr>
            <a:r>
              <a:rPr lang="en-US" sz="1600">
                <a:cs typeface="Calibri"/>
              </a:rPr>
              <a:t>How the app will do this:</a:t>
            </a:r>
          </a:p>
          <a:p>
            <a:pPr marL="0" indent="0">
              <a:buNone/>
            </a:pPr>
            <a:r>
              <a:rPr lang="en-US" sz="1600" b="1">
                <a:cs typeface="Calibri"/>
              </a:rPr>
              <a:t>Splash screen</a:t>
            </a:r>
            <a:endParaRPr lang="en-US" sz="1600">
              <a:cs typeface="Calibri"/>
            </a:endParaRPr>
          </a:p>
          <a:p>
            <a:pPr marL="285750" indent="-285750">
              <a:buFont typeface="Calibri" panose="020B0604020202020204" pitchFamily="34" charset="0"/>
              <a:buChar char="-"/>
            </a:pPr>
            <a:r>
              <a:rPr lang="en-US" sz="1600">
                <a:cs typeface="Calibri"/>
              </a:rPr>
              <a:t>Cupcake</a:t>
            </a:r>
            <a:endParaRPr lang="en-US" sz="1600" b="1">
              <a:cs typeface="Calibri"/>
            </a:endParaRPr>
          </a:p>
          <a:p>
            <a:pPr marL="0" indent="0">
              <a:buNone/>
            </a:pPr>
            <a:r>
              <a:rPr lang="en-US" sz="1600" b="1">
                <a:cs typeface="Calibri"/>
              </a:rPr>
              <a:t>Multiple screens</a:t>
            </a:r>
            <a:endParaRPr lang="en-US" sz="1600">
              <a:cs typeface="Calibri"/>
            </a:endParaRPr>
          </a:p>
          <a:p>
            <a:pPr marL="285750" indent="-285750">
              <a:buFont typeface="Calibri" panose="020B0604020202020204" pitchFamily="34" charset="0"/>
              <a:buChar char="-"/>
            </a:pPr>
            <a:r>
              <a:rPr lang="en-US" sz="1600">
                <a:cs typeface="Calibri"/>
              </a:rPr>
              <a:t>Login</a:t>
            </a:r>
          </a:p>
          <a:p>
            <a:pPr marL="285750" indent="-285750">
              <a:buFont typeface="Calibri" panose="020B0604020202020204" pitchFamily="34" charset="0"/>
              <a:buChar char="-"/>
            </a:pPr>
            <a:r>
              <a:rPr lang="en-US" sz="1600">
                <a:cs typeface="Calibri"/>
              </a:rPr>
              <a:t>Diary</a:t>
            </a:r>
            <a:endParaRPr lang="en-US">
              <a:cs typeface="Calibri"/>
            </a:endParaRPr>
          </a:p>
          <a:p>
            <a:pPr marL="285750" indent="-285750">
              <a:buFont typeface="Calibri" panose="020B0604020202020204" pitchFamily="34" charset="0"/>
              <a:buChar char="-"/>
            </a:pPr>
            <a:r>
              <a:rPr lang="en-US" sz="1600">
                <a:cs typeface="Calibri"/>
              </a:rPr>
              <a:t>Homepage</a:t>
            </a:r>
            <a:endParaRPr lang="en-US">
              <a:cs typeface="Calibri"/>
            </a:endParaRPr>
          </a:p>
          <a:p>
            <a:pPr marL="285750" indent="-285750">
              <a:buFont typeface="Calibri" panose="020B0604020202020204" pitchFamily="34" charset="0"/>
              <a:buChar char="-"/>
            </a:pPr>
            <a:r>
              <a:rPr lang="en-US" sz="1600">
                <a:cs typeface="Calibri"/>
              </a:rPr>
              <a:t>calendar (accesses diary entries like BeReal)</a:t>
            </a:r>
            <a:endParaRPr lang="en-US">
              <a:cs typeface="Calibri"/>
            </a:endParaRPr>
          </a:p>
          <a:p>
            <a:pPr marL="0" indent="0">
              <a:buNone/>
            </a:pPr>
            <a:r>
              <a:rPr lang="en-US" sz="1600" b="1">
                <a:cs typeface="Calibri"/>
              </a:rPr>
              <a:t>Screen size and orientation</a:t>
            </a:r>
            <a:endParaRPr lang="en-US" sz="1600">
              <a:cs typeface="Calibri"/>
            </a:endParaRPr>
          </a:p>
          <a:p>
            <a:pPr>
              <a:buFont typeface="Calibri" panose="020B0604020202020204" pitchFamily="34" charset="0"/>
              <a:buChar char="-"/>
            </a:pPr>
            <a:r>
              <a:rPr lang="en-US" sz="1600">
                <a:cs typeface="Calibri"/>
              </a:rPr>
              <a:t>Layout changes when phone is on landscape</a:t>
            </a:r>
          </a:p>
          <a:p>
            <a:pPr marL="0" indent="0">
              <a:buNone/>
            </a:pPr>
            <a:endParaRPr lang="en-US" sz="1600">
              <a:cs typeface="Calibri"/>
            </a:endParaRPr>
          </a:p>
        </p:txBody>
      </p:sp>
    </p:spTree>
    <p:extLst>
      <p:ext uri="{BB962C8B-B14F-4D97-AF65-F5344CB8AC3E}">
        <p14:creationId xmlns:p14="http://schemas.microsoft.com/office/powerpoint/2010/main" val="106246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D8C287-4648-313C-B20A-511B56BD526E}"/>
              </a:ext>
            </a:extLst>
          </p:cNvPr>
          <p:cNvSpPr>
            <a:spLocks noGrp="1"/>
          </p:cNvSpPr>
          <p:nvPr/>
        </p:nvSpPr>
        <p:spPr>
          <a:xfrm>
            <a:off x="137781" y="-50419"/>
            <a:ext cx="4767179" cy="8994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Requirement 2</a:t>
            </a:r>
            <a:endParaRPr lang="en-US"/>
          </a:p>
        </p:txBody>
      </p:sp>
      <p:sp>
        <p:nvSpPr>
          <p:cNvPr id="5" name="Content Placeholder 2">
            <a:extLst>
              <a:ext uri="{FF2B5EF4-FFF2-40B4-BE49-F238E27FC236}">
                <a16:creationId xmlns:a16="http://schemas.microsoft.com/office/drawing/2014/main" id="{171BA022-6D3C-5D6F-F9DB-F578C51F8F4D}"/>
              </a:ext>
            </a:extLst>
          </p:cNvPr>
          <p:cNvSpPr>
            <a:spLocks noGrp="1"/>
          </p:cNvSpPr>
          <p:nvPr/>
        </p:nvSpPr>
        <p:spPr>
          <a:xfrm>
            <a:off x="400406" y="725965"/>
            <a:ext cx="11400503" cy="5985820"/>
          </a:xfrm>
          <a:prstGeom prst="rect">
            <a:avLst/>
          </a:prstGeom>
          <a:solidFill>
            <a:schemeClr val="bg1"/>
          </a:solidFill>
          <a:ln>
            <a:solidFill>
              <a:srgbClr val="4472C4"/>
            </a:solidFill>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a:ea typeface="+mn-lt"/>
                <a:cs typeface="+mn-lt"/>
              </a:rPr>
              <a:t>Technical Expectations</a:t>
            </a:r>
            <a:endParaRPr lang="en-US" sz="1600">
              <a:cs typeface="Calibri"/>
            </a:endParaRPr>
          </a:p>
          <a:p>
            <a:pPr marL="0" indent="0">
              <a:buNone/>
            </a:pPr>
            <a:r>
              <a:rPr lang="en-US" sz="1600">
                <a:ea typeface="+mn-lt"/>
                <a:cs typeface="+mn-lt"/>
              </a:rPr>
              <a:t>Your app must demonstrate the following technical complexity:</a:t>
            </a:r>
          </a:p>
          <a:p>
            <a:pPr marL="0" indent="0">
              <a:buNone/>
            </a:pPr>
            <a:r>
              <a:rPr lang="en-US" sz="1600">
                <a:ea typeface="+mn-lt"/>
                <a:cs typeface="+mn-lt"/>
              </a:rPr>
              <a:t>2. Mobile device features </a:t>
            </a:r>
          </a:p>
          <a:p>
            <a:pPr marL="0" indent="0">
              <a:buNone/>
            </a:pPr>
            <a:r>
              <a:rPr lang="en-US" sz="1600">
                <a:ea typeface="+mn-lt"/>
                <a:cs typeface="+mn-lt"/>
              </a:rPr>
              <a:t>Your app should make good use of mobile device features (e.g. location, camera, motion, fingerprint). </a:t>
            </a:r>
          </a:p>
          <a:p>
            <a:pPr marL="0" indent="0">
              <a:buNone/>
            </a:pPr>
            <a:r>
              <a:rPr lang="en-US" sz="1600">
                <a:ea typeface="+mn-lt"/>
                <a:cs typeface="+mn-lt"/>
              </a:rPr>
              <a:t>Consideration should be given to the user experience, device performance and battery life.</a:t>
            </a:r>
            <a:endParaRPr lang="en-US"/>
          </a:p>
          <a:p>
            <a:pPr marL="0" indent="0">
              <a:buNone/>
            </a:pPr>
            <a:r>
              <a:rPr lang="en-US" sz="1600">
                <a:ea typeface="+mn-lt"/>
                <a:cs typeface="+mn-lt"/>
              </a:rPr>
              <a:t>How the app will do this:</a:t>
            </a:r>
          </a:p>
          <a:p>
            <a:pPr marL="0" indent="0">
              <a:buNone/>
            </a:pPr>
            <a:r>
              <a:rPr lang="en-US" sz="1600" b="1">
                <a:cs typeface="Calibri"/>
              </a:rPr>
              <a:t>Location</a:t>
            </a:r>
          </a:p>
          <a:p>
            <a:pPr marL="285750" indent="-285750">
              <a:buFont typeface="Calibri" panose="020B0604020202020204" pitchFamily="34" charset="0"/>
              <a:buChar char="-"/>
            </a:pPr>
            <a:r>
              <a:rPr lang="en-US" sz="1600">
                <a:cs typeface="Calibri"/>
              </a:rPr>
              <a:t>Interactable map of where diary entries were made / significant location chosen in diary entry</a:t>
            </a:r>
          </a:p>
          <a:p>
            <a:pPr marL="285750" indent="-285750">
              <a:buFont typeface="Calibri" panose="020B0604020202020204" pitchFamily="34" charset="0"/>
              <a:buChar char="-"/>
            </a:pPr>
            <a:r>
              <a:rPr lang="en-US" sz="1600">
                <a:cs typeface="Calibri"/>
              </a:rPr>
              <a:t>Parent permissions </a:t>
            </a:r>
          </a:p>
          <a:p>
            <a:pPr marL="0" indent="0">
              <a:buNone/>
            </a:pPr>
            <a:r>
              <a:rPr lang="en-US" sz="1600" b="1">
                <a:cs typeface="Calibri"/>
              </a:rPr>
              <a:t>Camera</a:t>
            </a:r>
            <a:endParaRPr lang="en-US" sz="1600">
              <a:cs typeface="Calibri"/>
            </a:endParaRPr>
          </a:p>
          <a:p>
            <a:pPr marL="285750" indent="-285750">
              <a:buFont typeface="Calibri" panose="020B0604020202020204" pitchFamily="34" charset="0"/>
              <a:buChar char="-"/>
            </a:pPr>
            <a:r>
              <a:rPr lang="en-US" sz="1600">
                <a:cs typeface="Calibri"/>
              </a:rPr>
              <a:t>Add photos of your day to diary entry</a:t>
            </a:r>
          </a:p>
          <a:p>
            <a:pPr marL="0" indent="0">
              <a:buNone/>
            </a:pPr>
            <a:r>
              <a:rPr lang="en-US" sz="1600" b="1">
                <a:cs typeface="Calibri"/>
              </a:rPr>
              <a:t>Motion</a:t>
            </a:r>
            <a:endParaRPr lang="en-US" sz="1600">
              <a:cs typeface="Calibri"/>
            </a:endParaRPr>
          </a:p>
          <a:p>
            <a:pPr>
              <a:buFont typeface="Calibri" panose="020B0604020202020204" pitchFamily="34" charset="0"/>
              <a:buChar char="-"/>
            </a:pPr>
            <a:r>
              <a:rPr lang="en-US" sz="1600">
                <a:cs typeface="Calibri"/>
              </a:rPr>
              <a:t>Shake app to delete diary entry </a:t>
            </a:r>
          </a:p>
          <a:p>
            <a:pPr>
              <a:buFont typeface="Calibri" panose="020B0604020202020204" pitchFamily="34" charset="0"/>
              <a:buChar char="-"/>
            </a:pPr>
            <a:r>
              <a:rPr lang="en-US" sz="1600">
                <a:cs typeface="Calibri"/>
              </a:rPr>
              <a:t>Proximity detector</a:t>
            </a:r>
          </a:p>
          <a:p>
            <a:pPr>
              <a:buFont typeface="Calibri" panose="020B0604020202020204" pitchFamily="34" charset="0"/>
              <a:buChar char="-"/>
            </a:pPr>
            <a:r>
              <a:rPr lang="en-US" sz="1600">
                <a:cs typeface="Calibri"/>
              </a:rPr>
              <a:t>Swipe and tap has different functions</a:t>
            </a:r>
          </a:p>
          <a:p>
            <a:pPr marL="0" indent="0">
              <a:buNone/>
            </a:pPr>
            <a:r>
              <a:rPr lang="en-US" sz="1600" b="1">
                <a:cs typeface="Calibri"/>
              </a:rPr>
              <a:t>Fingerprint</a:t>
            </a:r>
          </a:p>
          <a:p>
            <a:pPr marL="285750" indent="-285750">
              <a:buFont typeface="Calibri" panose="020B0604020202020204" pitchFamily="34" charset="0"/>
              <a:buChar char="-"/>
            </a:pPr>
            <a:r>
              <a:rPr lang="en-US" sz="1600">
                <a:cs typeface="Calibri"/>
              </a:rPr>
              <a:t>Facilitates login (optional)</a:t>
            </a:r>
          </a:p>
          <a:p>
            <a:pPr marL="0" indent="0">
              <a:buNone/>
            </a:pPr>
            <a:endParaRPr lang="en-US" sz="1600">
              <a:cs typeface="Calibri"/>
            </a:endParaRPr>
          </a:p>
        </p:txBody>
      </p:sp>
    </p:spTree>
    <p:extLst>
      <p:ext uri="{BB962C8B-B14F-4D97-AF65-F5344CB8AC3E}">
        <p14:creationId xmlns:p14="http://schemas.microsoft.com/office/powerpoint/2010/main" val="3511581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8C287-4648-313C-B20A-511B56BD526E}"/>
              </a:ext>
            </a:extLst>
          </p:cNvPr>
          <p:cNvSpPr>
            <a:spLocks noGrp="1"/>
          </p:cNvSpPr>
          <p:nvPr>
            <p:ph type="title"/>
          </p:nvPr>
        </p:nvSpPr>
        <p:spPr>
          <a:xfrm>
            <a:off x="260684" y="-124160"/>
            <a:ext cx="3497179" cy="1325563"/>
          </a:xfrm>
        </p:spPr>
        <p:txBody>
          <a:bodyPr/>
          <a:lstStyle/>
          <a:p>
            <a:r>
              <a:rPr lang="en-US">
                <a:cs typeface="Calibri Light"/>
              </a:rPr>
              <a:t>Requirements</a:t>
            </a:r>
            <a:endParaRPr lang="en-US"/>
          </a:p>
        </p:txBody>
      </p:sp>
      <p:sp>
        <p:nvSpPr>
          <p:cNvPr id="3" name="Content Placeholder 2">
            <a:extLst>
              <a:ext uri="{FF2B5EF4-FFF2-40B4-BE49-F238E27FC236}">
                <a16:creationId xmlns:a16="http://schemas.microsoft.com/office/drawing/2014/main" id="{171BA022-6D3C-5D6F-F9DB-F578C51F8F4D}"/>
              </a:ext>
            </a:extLst>
          </p:cNvPr>
          <p:cNvSpPr>
            <a:spLocks noGrp="1"/>
          </p:cNvSpPr>
          <p:nvPr>
            <p:ph idx="1"/>
          </p:nvPr>
        </p:nvSpPr>
        <p:spPr>
          <a:xfrm>
            <a:off x="621632" y="1143836"/>
            <a:ext cx="10515600" cy="4928853"/>
          </a:xfrm>
        </p:spPr>
        <p:txBody>
          <a:bodyPr vert="horz" lIns="91440" tIns="45720" rIns="91440" bIns="45720" rtlCol="0" anchor="t">
            <a:noAutofit/>
          </a:bodyPr>
          <a:lstStyle/>
          <a:p>
            <a:pPr marL="0" indent="0">
              <a:buNone/>
            </a:pPr>
            <a:r>
              <a:rPr lang="en-US" sz="1600">
                <a:ea typeface="+mn-lt"/>
                <a:cs typeface="+mn-lt"/>
              </a:rPr>
              <a:t>Technical Expectations</a:t>
            </a:r>
            <a:endParaRPr lang="en-US" sz="1600">
              <a:cs typeface="Calibri"/>
            </a:endParaRPr>
          </a:p>
          <a:p>
            <a:pPr marL="0" indent="0">
              <a:buNone/>
            </a:pPr>
            <a:r>
              <a:rPr lang="en-US" sz="1600">
                <a:ea typeface="+mn-lt"/>
                <a:cs typeface="+mn-lt"/>
              </a:rPr>
              <a:t>Your app must demonstrate the following technical complexity:</a:t>
            </a:r>
          </a:p>
          <a:p>
            <a:pPr marL="0" indent="0">
              <a:buNone/>
            </a:pPr>
            <a:r>
              <a:rPr lang="en-US" sz="1600">
                <a:ea typeface="+mn-lt"/>
                <a:cs typeface="+mn-lt"/>
              </a:rPr>
              <a:t>1. Multiple screens (Android Activities/Fragments)</a:t>
            </a:r>
          </a:p>
          <a:p>
            <a:pPr marL="0" indent="0">
              <a:buNone/>
            </a:pPr>
            <a:r>
              <a:rPr lang="en-US" sz="1600">
                <a:ea typeface="+mn-lt"/>
                <a:cs typeface="+mn-lt"/>
              </a:rPr>
              <a:t>Your app should consist of multiple connected screens that respond suitably to the device screen size and orientation. You should include a splash screen for use on start-up.</a:t>
            </a:r>
          </a:p>
          <a:p>
            <a:pPr marL="0" indent="0">
              <a:buNone/>
            </a:pPr>
            <a:r>
              <a:rPr lang="en-US" sz="1600">
                <a:ea typeface="+mn-lt"/>
                <a:cs typeface="+mn-lt"/>
              </a:rPr>
              <a:t> Data should be transmitted from one screen to another.</a:t>
            </a:r>
          </a:p>
          <a:p>
            <a:pPr marL="0" indent="0">
              <a:buNone/>
            </a:pPr>
            <a:r>
              <a:rPr lang="en-US" sz="1600">
                <a:ea typeface="+mn-lt"/>
                <a:cs typeface="+mn-lt"/>
              </a:rPr>
              <a:t>2. Mobile device features </a:t>
            </a:r>
          </a:p>
          <a:p>
            <a:pPr marL="0" indent="0">
              <a:buNone/>
            </a:pPr>
            <a:r>
              <a:rPr lang="en-US" sz="1600">
                <a:ea typeface="+mn-lt"/>
                <a:cs typeface="+mn-lt"/>
              </a:rPr>
              <a:t>Your app should make good use of mobile device features (e.g. location, camera, motion, fingerprint). </a:t>
            </a:r>
          </a:p>
          <a:p>
            <a:pPr marL="0" indent="0">
              <a:buNone/>
            </a:pPr>
            <a:r>
              <a:rPr lang="en-US" sz="1600">
                <a:ea typeface="+mn-lt"/>
                <a:cs typeface="+mn-lt"/>
              </a:rPr>
              <a:t>Consideration should be given to the user experience, device performance and battery life.</a:t>
            </a:r>
          </a:p>
          <a:p>
            <a:pPr marL="0" indent="0">
              <a:buNone/>
            </a:pPr>
            <a:r>
              <a:rPr lang="en-US" sz="1600">
                <a:ea typeface="+mn-lt"/>
                <a:cs typeface="+mn-lt"/>
              </a:rPr>
              <a:t>3. Cloud data persistence and offline experience</a:t>
            </a:r>
          </a:p>
          <a:p>
            <a:pPr marL="0" indent="0">
              <a:buNone/>
            </a:pPr>
            <a:r>
              <a:rPr lang="en-US" sz="1600">
                <a:ea typeface="+mn-lt"/>
                <a:cs typeface="+mn-lt"/>
              </a:rPr>
              <a:t>Your app should make use of one or more of the data persistence mechanisms available. </a:t>
            </a:r>
          </a:p>
          <a:p>
            <a:pPr marL="0" indent="0">
              <a:buNone/>
            </a:pPr>
            <a:r>
              <a:rPr lang="en-US" sz="1600">
                <a:ea typeface="+mn-lt"/>
                <a:cs typeface="+mn-lt"/>
              </a:rPr>
              <a:t>Data should be persisted to the cloud and mechanisms should also be used to cache data for the app’s offline experience.</a:t>
            </a:r>
          </a:p>
          <a:p>
            <a:pPr marL="0" indent="0">
              <a:buNone/>
            </a:pPr>
            <a:r>
              <a:rPr lang="en-US" sz="1600">
                <a:ea typeface="+mn-lt"/>
                <a:cs typeface="+mn-lt"/>
              </a:rPr>
              <a:t>4. Privacy, security, and permissions</a:t>
            </a:r>
          </a:p>
          <a:p>
            <a:pPr marL="0" indent="0">
              <a:buNone/>
            </a:pPr>
            <a:r>
              <a:rPr lang="en-US" sz="1600">
                <a:ea typeface="+mn-lt"/>
                <a:cs typeface="+mn-lt"/>
              </a:rPr>
              <a:t>Your app must not expose personal information about the user and should not be vulnerable to trivial attacks. Communications should be ciphered. Your application should not ask for more permissions than are needed.</a:t>
            </a:r>
            <a:endParaRPr lang="en-US" sz="1600">
              <a:cs typeface="Calibri"/>
            </a:endParaRPr>
          </a:p>
        </p:txBody>
      </p:sp>
    </p:spTree>
    <p:extLst>
      <p:ext uri="{BB962C8B-B14F-4D97-AF65-F5344CB8AC3E}">
        <p14:creationId xmlns:p14="http://schemas.microsoft.com/office/powerpoint/2010/main" val="2513288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B329-B255-920E-F1F9-9F12CFC7284F}"/>
              </a:ext>
            </a:extLst>
          </p:cNvPr>
          <p:cNvSpPr>
            <a:spLocks noGrp="1"/>
          </p:cNvSpPr>
          <p:nvPr>
            <p:ph type="title"/>
          </p:nvPr>
        </p:nvSpPr>
        <p:spPr/>
        <p:txBody>
          <a:bodyPr/>
          <a:lstStyle/>
          <a:p>
            <a:r>
              <a:rPr lang="en-US">
                <a:ea typeface="Calibri Light" panose="020F0302020204030204"/>
                <a:cs typeface="Calibri Light" panose="020F0302020204030204"/>
              </a:rPr>
              <a:t>Features</a:t>
            </a:r>
          </a:p>
        </p:txBody>
      </p:sp>
      <p:sp>
        <p:nvSpPr>
          <p:cNvPr id="3" name="Content Placeholder 2">
            <a:extLst>
              <a:ext uri="{FF2B5EF4-FFF2-40B4-BE49-F238E27FC236}">
                <a16:creationId xmlns:a16="http://schemas.microsoft.com/office/drawing/2014/main" id="{85E66A25-7F90-442A-B80B-13006607E921}"/>
              </a:ext>
            </a:extLst>
          </p:cNvPr>
          <p:cNvSpPr>
            <a:spLocks noGrp="1"/>
          </p:cNvSpPr>
          <p:nvPr>
            <p:ph idx="1"/>
          </p:nvPr>
        </p:nvSpPr>
        <p:spPr>
          <a:xfrm>
            <a:off x="838200" y="1400323"/>
            <a:ext cx="10515600" cy="4953849"/>
          </a:xfrm>
        </p:spPr>
        <p:txBody>
          <a:bodyPr vert="horz" lIns="91440" tIns="45720" rIns="91440" bIns="45720" rtlCol="0" anchor="t">
            <a:normAutofit lnSpcReduction="10000"/>
          </a:bodyPr>
          <a:lstStyle/>
          <a:p>
            <a:r>
              <a:rPr lang="en-US" sz="1000" b="1">
                <a:ea typeface="+mn-lt"/>
                <a:cs typeface="+mn-lt"/>
              </a:rPr>
              <a:t>Biometric Authentication:</a:t>
            </a:r>
            <a:endParaRPr lang="en-US" sz="2400">
              <a:ea typeface="Calibri"/>
              <a:cs typeface="Calibri"/>
            </a:endParaRPr>
          </a:p>
          <a:p>
            <a:pPr lvl="1"/>
            <a:r>
              <a:rPr lang="en-US" sz="1000" b="1">
                <a:ea typeface="+mn-lt"/>
                <a:cs typeface="+mn-lt"/>
              </a:rPr>
              <a:t>Secret Feature:</a:t>
            </a:r>
            <a:r>
              <a:rPr lang="en-US" sz="1000">
                <a:solidFill>
                  <a:srgbClr val="374151"/>
                </a:solidFill>
                <a:ea typeface="+mn-lt"/>
                <a:cs typeface="+mn-lt"/>
              </a:rPr>
              <a:t> Use biometric authentication methods such as fingerprint or facial recognition to ensure that only the diary owner can access their entries.</a:t>
            </a:r>
            <a:endParaRPr lang="en-US" sz="1800"/>
          </a:p>
          <a:p>
            <a:r>
              <a:rPr lang="en-US" sz="1000" b="1">
                <a:ea typeface="+mn-lt"/>
                <a:cs typeface="+mn-lt"/>
              </a:rPr>
              <a:t>Invisible Ink Mode:</a:t>
            </a:r>
            <a:endParaRPr lang="en-US" sz="2400"/>
          </a:p>
          <a:p>
            <a:pPr lvl="1"/>
            <a:r>
              <a:rPr lang="en-US" sz="1000" b="1">
                <a:ea typeface="+mn-lt"/>
                <a:cs typeface="+mn-lt"/>
              </a:rPr>
              <a:t>Secret Feature:</a:t>
            </a:r>
            <a:r>
              <a:rPr lang="en-US" sz="1000">
                <a:solidFill>
                  <a:srgbClr val="374151"/>
                </a:solidFill>
                <a:ea typeface="+mn-lt"/>
                <a:cs typeface="+mn-lt"/>
              </a:rPr>
              <a:t> Allow users to write entries in an "invisible ink" mode, where the text is only visible when a certain condition is met (e.g., shaking the device or using a special gesture).</a:t>
            </a:r>
            <a:endParaRPr lang="en-US" sz="1800"/>
          </a:p>
          <a:p>
            <a:r>
              <a:rPr lang="en-US" sz="1000" b="1">
                <a:ea typeface="+mn-lt"/>
                <a:cs typeface="+mn-lt"/>
              </a:rPr>
              <a:t>Emergency Lockdown:</a:t>
            </a:r>
            <a:endParaRPr lang="en-US" sz="2400"/>
          </a:p>
          <a:p>
            <a:pPr lvl="1"/>
            <a:r>
              <a:rPr lang="en-US" sz="1000" b="1">
                <a:ea typeface="+mn-lt"/>
                <a:cs typeface="+mn-lt"/>
              </a:rPr>
              <a:t>Secret Feature:</a:t>
            </a:r>
            <a:r>
              <a:rPr lang="en-US" sz="1000">
                <a:solidFill>
                  <a:srgbClr val="374151"/>
                </a:solidFill>
                <a:ea typeface="+mn-lt"/>
                <a:cs typeface="+mn-lt"/>
              </a:rPr>
              <a:t> Introduce a feature that triggers an emergency lockdown, securing the app and requiring an additional layer of authentication if the user feels their privacy is at risk.</a:t>
            </a:r>
            <a:endParaRPr lang="en-US" sz="1800"/>
          </a:p>
          <a:p>
            <a:r>
              <a:rPr lang="en-US" sz="1000" b="1">
                <a:ea typeface="+mn-lt"/>
                <a:cs typeface="+mn-lt"/>
              </a:rPr>
              <a:t>Self-Destruction Mode:</a:t>
            </a:r>
            <a:endParaRPr lang="en-US" sz="2400"/>
          </a:p>
          <a:p>
            <a:pPr lvl="1"/>
            <a:r>
              <a:rPr lang="en-US" sz="1000" b="1">
                <a:ea typeface="+mn-lt"/>
                <a:cs typeface="+mn-lt"/>
              </a:rPr>
              <a:t>Secret Feature:</a:t>
            </a:r>
            <a:r>
              <a:rPr lang="en-US" sz="1000">
                <a:solidFill>
                  <a:srgbClr val="374151"/>
                </a:solidFill>
                <a:ea typeface="+mn-lt"/>
                <a:cs typeface="+mn-lt"/>
              </a:rPr>
              <a:t> Enable a self-destruction mode for selected entries, allowing users to set a timer after which the entry becomes permanently deleted.</a:t>
            </a:r>
            <a:endParaRPr lang="en-US" sz="1800"/>
          </a:p>
          <a:p>
            <a:r>
              <a:rPr lang="en-US" sz="1000" b="1">
                <a:ea typeface="+mn-lt"/>
                <a:cs typeface="+mn-lt"/>
              </a:rPr>
              <a:t>Stealth Mode:</a:t>
            </a:r>
            <a:endParaRPr lang="en-US" sz="2400"/>
          </a:p>
          <a:p>
            <a:pPr lvl="1"/>
            <a:r>
              <a:rPr lang="en-US" sz="1000" b="1">
                <a:ea typeface="+mn-lt"/>
                <a:cs typeface="+mn-lt"/>
              </a:rPr>
              <a:t>Secret Feature:</a:t>
            </a:r>
            <a:r>
              <a:rPr lang="en-US" sz="1000">
                <a:solidFill>
                  <a:srgbClr val="374151"/>
                </a:solidFill>
                <a:ea typeface="+mn-lt"/>
                <a:cs typeface="+mn-lt"/>
              </a:rPr>
              <a:t> Incorporate a "stealth mode" that changes the app's appearance or icon, making it less conspicuous on the user's device.</a:t>
            </a:r>
            <a:endParaRPr lang="en-US" sz="1800"/>
          </a:p>
          <a:p>
            <a:r>
              <a:rPr lang="en-US" sz="1000" b="1">
                <a:ea typeface="+mn-lt"/>
                <a:cs typeface="+mn-lt"/>
              </a:rPr>
              <a:t>Fake PIN:</a:t>
            </a:r>
            <a:endParaRPr lang="en-US" sz="2400"/>
          </a:p>
          <a:p>
            <a:pPr lvl="1"/>
            <a:r>
              <a:rPr lang="en-US" sz="1000" b="1">
                <a:ea typeface="+mn-lt"/>
                <a:cs typeface="+mn-lt"/>
              </a:rPr>
              <a:t>Secret Feature:</a:t>
            </a:r>
            <a:r>
              <a:rPr lang="en-US" sz="1000">
                <a:solidFill>
                  <a:srgbClr val="374151"/>
                </a:solidFill>
                <a:ea typeface="+mn-lt"/>
                <a:cs typeface="+mn-lt"/>
              </a:rPr>
              <a:t> Include a fake PIN feature that, when entered, opens a decoy version of the diary with harmless content, adding an extra layer of security.</a:t>
            </a:r>
            <a:endParaRPr lang="en-US" sz="1800"/>
          </a:p>
          <a:p>
            <a:r>
              <a:rPr lang="en-US" sz="1000" b="1">
                <a:ea typeface="+mn-lt"/>
                <a:cs typeface="+mn-lt"/>
              </a:rPr>
              <a:t>Voice-to-Text Encryption:</a:t>
            </a:r>
            <a:endParaRPr lang="en-US" sz="2400"/>
          </a:p>
          <a:p>
            <a:pPr lvl="1"/>
            <a:r>
              <a:rPr lang="en-US" sz="1000" b="1">
                <a:ea typeface="+mn-lt"/>
                <a:cs typeface="+mn-lt"/>
              </a:rPr>
              <a:t>Secret Feature:</a:t>
            </a:r>
            <a:r>
              <a:rPr lang="en-US" sz="1000">
                <a:solidFill>
                  <a:srgbClr val="374151"/>
                </a:solidFill>
                <a:ea typeface="+mn-lt"/>
                <a:cs typeface="+mn-lt"/>
              </a:rPr>
              <a:t> Implement voice-to-text functionality with encryption, allowing users to speak their entries, which are then converted to text and stored securely.</a:t>
            </a:r>
            <a:endParaRPr lang="en-US" sz="1800"/>
          </a:p>
          <a:p>
            <a:r>
              <a:rPr lang="en-US" sz="1000" b="1">
                <a:ea typeface="+mn-lt"/>
                <a:cs typeface="+mn-lt"/>
              </a:rPr>
              <a:t>Time Capsule Entries:</a:t>
            </a:r>
            <a:endParaRPr lang="en-US" sz="2400"/>
          </a:p>
          <a:p>
            <a:pPr lvl="1"/>
            <a:r>
              <a:rPr lang="en-US" sz="1000" b="1">
                <a:ea typeface="+mn-lt"/>
                <a:cs typeface="+mn-lt"/>
              </a:rPr>
              <a:t>Secret Feature:</a:t>
            </a:r>
            <a:r>
              <a:rPr lang="en-US" sz="1000">
                <a:solidFill>
                  <a:srgbClr val="374151"/>
                </a:solidFill>
                <a:ea typeface="+mn-lt"/>
                <a:cs typeface="+mn-lt"/>
              </a:rPr>
              <a:t> Enable users to create time capsule entries that remain locked until a specified future date, adding an element of surprise and reflection.</a:t>
            </a:r>
            <a:endParaRPr lang="en-US" sz="1800"/>
          </a:p>
          <a:p>
            <a:r>
              <a:rPr lang="en-US" sz="1000" b="1">
                <a:ea typeface="+mn-lt"/>
                <a:cs typeface="+mn-lt"/>
              </a:rPr>
              <a:t>Location-Based Entries:</a:t>
            </a:r>
            <a:endParaRPr lang="en-US" sz="2400"/>
          </a:p>
          <a:p>
            <a:pPr lvl="1"/>
            <a:r>
              <a:rPr lang="en-US" sz="1000" b="1">
                <a:ea typeface="+mn-lt"/>
                <a:cs typeface="+mn-lt"/>
              </a:rPr>
              <a:t>Secret Feature:</a:t>
            </a:r>
            <a:r>
              <a:rPr lang="en-US" sz="1000">
                <a:solidFill>
                  <a:srgbClr val="374151"/>
                </a:solidFill>
                <a:ea typeface="+mn-lt"/>
                <a:cs typeface="+mn-lt"/>
              </a:rPr>
              <a:t> Allow users to attach entries to specific locations, and the app reveals these entries only when the user is physically in that location.</a:t>
            </a:r>
            <a:endParaRPr lang="en-US" sz="1800"/>
          </a:p>
          <a:p>
            <a:r>
              <a:rPr lang="en-US" sz="1000" b="1">
                <a:ea typeface="+mn-lt"/>
                <a:cs typeface="+mn-lt"/>
              </a:rPr>
              <a:t>Mood-Activated Themes:</a:t>
            </a:r>
            <a:endParaRPr lang="en-US" sz="2400"/>
          </a:p>
          <a:p>
            <a:pPr lvl="1"/>
            <a:r>
              <a:rPr lang="en-US" sz="1000" b="1">
                <a:ea typeface="+mn-lt"/>
                <a:cs typeface="+mn-lt"/>
              </a:rPr>
              <a:t>Secret Feature:</a:t>
            </a:r>
            <a:r>
              <a:rPr lang="en-US" sz="1000">
                <a:solidFill>
                  <a:srgbClr val="374151"/>
                </a:solidFill>
                <a:ea typeface="+mn-lt"/>
                <a:cs typeface="+mn-lt"/>
              </a:rPr>
              <a:t> Implement mood-activated themes that change the app's color scheme or background based on the user's described mood in each entry.</a:t>
            </a:r>
            <a:endParaRPr lang="en-US" sz="1800"/>
          </a:p>
          <a:p>
            <a:r>
              <a:rPr lang="en-US" sz="1000" b="1">
                <a:ea typeface="+mn-lt"/>
                <a:cs typeface="+mn-lt"/>
              </a:rPr>
              <a:t>Anonymous Mode:</a:t>
            </a:r>
            <a:endParaRPr lang="en-US" sz="2400"/>
          </a:p>
          <a:p>
            <a:pPr lvl="1"/>
            <a:r>
              <a:rPr lang="en-US" sz="1000" b="1">
                <a:ea typeface="+mn-lt"/>
                <a:cs typeface="+mn-lt"/>
              </a:rPr>
              <a:t>Secret Feature:</a:t>
            </a:r>
            <a:r>
              <a:rPr lang="en-US" sz="1000">
                <a:solidFill>
                  <a:srgbClr val="374151"/>
                </a:solidFill>
                <a:ea typeface="+mn-lt"/>
                <a:cs typeface="+mn-lt"/>
              </a:rPr>
              <a:t> Introduce an anonymous mode where the user's identity is masked in entries, promoting a more open and candid expression.</a:t>
            </a:r>
            <a:endParaRPr lang="en-US" sz="1800"/>
          </a:p>
          <a:p>
            <a:endParaRPr lang="en-US" sz="2400">
              <a:ea typeface="Calibri"/>
              <a:cs typeface="Calibri"/>
            </a:endParaRPr>
          </a:p>
        </p:txBody>
      </p:sp>
    </p:spTree>
    <p:extLst>
      <p:ext uri="{BB962C8B-B14F-4D97-AF65-F5344CB8AC3E}">
        <p14:creationId xmlns:p14="http://schemas.microsoft.com/office/powerpoint/2010/main" val="388125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B329-B255-920E-F1F9-9F12CFC7284F}"/>
              </a:ext>
            </a:extLst>
          </p:cNvPr>
          <p:cNvSpPr>
            <a:spLocks noGrp="1"/>
          </p:cNvSpPr>
          <p:nvPr>
            <p:ph type="title"/>
          </p:nvPr>
        </p:nvSpPr>
        <p:spPr/>
        <p:txBody>
          <a:bodyPr/>
          <a:lstStyle/>
          <a:p>
            <a:r>
              <a:rPr lang="en-US">
                <a:ea typeface="Calibri Light" panose="020F0302020204030204"/>
                <a:cs typeface="Calibri Light" panose="020F0302020204030204"/>
              </a:rPr>
              <a:t>App specific features</a:t>
            </a:r>
          </a:p>
        </p:txBody>
      </p:sp>
      <p:sp>
        <p:nvSpPr>
          <p:cNvPr id="3" name="Content Placeholder 2">
            <a:extLst>
              <a:ext uri="{FF2B5EF4-FFF2-40B4-BE49-F238E27FC236}">
                <a16:creationId xmlns:a16="http://schemas.microsoft.com/office/drawing/2014/main" id="{85E66A25-7F90-442A-B80B-13006607E921}"/>
              </a:ext>
            </a:extLst>
          </p:cNvPr>
          <p:cNvSpPr>
            <a:spLocks noGrp="1"/>
          </p:cNvSpPr>
          <p:nvPr>
            <p:ph idx="1"/>
          </p:nvPr>
        </p:nvSpPr>
        <p:spPr>
          <a:xfrm>
            <a:off x="838200" y="1400323"/>
            <a:ext cx="10515600" cy="4953849"/>
          </a:xfrm>
        </p:spPr>
        <p:txBody>
          <a:bodyPr vert="horz" lIns="91440" tIns="45720" rIns="91440" bIns="45720" rtlCol="0" anchor="t">
            <a:normAutofit/>
          </a:bodyPr>
          <a:lstStyle/>
          <a:p>
            <a:r>
              <a:rPr lang="en-US" sz="1100" b="1">
                <a:cs typeface="Calibri"/>
              </a:rPr>
              <a:t>Parent accounts</a:t>
            </a:r>
          </a:p>
          <a:p>
            <a:pPr lvl="1"/>
            <a:r>
              <a:rPr lang="en-US" sz="800" b="1">
                <a:ea typeface="Calibri"/>
                <a:cs typeface="Calibri"/>
              </a:rPr>
              <a:t>See the child's mood for the day</a:t>
            </a:r>
          </a:p>
          <a:p>
            <a:endParaRPr lang="en-US" sz="2400">
              <a:ea typeface="Calibri"/>
              <a:cs typeface="Calibri"/>
            </a:endParaRPr>
          </a:p>
        </p:txBody>
      </p:sp>
    </p:spTree>
    <p:extLst>
      <p:ext uri="{BB962C8B-B14F-4D97-AF65-F5344CB8AC3E}">
        <p14:creationId xmlns:p14="http://schemas.microsoft.com/office/powerpoint/2010/main" val="3244388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37D6A-384B-A7B1-96FD-C1C4D0303C28}"/>
              </a:ext>
            </a:extLst>
          </p:cNvPr>
          <p:cNvSpPr>
            <a:spLocks noGrp="1"/>
          </p:cNvSpPr>
          <p:nvPr>
            <p:ph type="title"/>
          </p:nvPr>
        </p:nvSpPr>
        <p:spPr/>
        <p:txBody>
          <a:bodyPr/>
          <a:lstStyle/>
          <a:p>
            <a:r>
              <a:rPr lang="en-US">
                <a:cs typeface="Calibri Light"/>
              </a:rPr>
              <a:t>User stories</a:t>
            </a:r>
            <a:endParaRPr lang="en-US"/>
          </a:p>
        </p:txBody>
      </p:sp>
      <p:sp>
        <p:nvSpPr>
          <p:cNvPr id="3" name="Content Placeholder 2">
            <a:extLst>
              <a:ext uri="{FF2B5EF4-FFF2-40B4-BE49-F238E27FC236}">
                <a16:creationId xmlns:a16="http://schemas.microsoft.com/office/drawing/2014/main" id="{217FAA75-C556-B214-DB58-F975BDA53E99}"/>
              </a:ext>
            </a:extLst>
          </p:cNvPr>
          <p:cNvSpPr>
            <a:spLocks noGrp="1"/>
          </p:cNvSpPr>
          <p:nvPr>
            <p:ph idx="1"/>
          </p:nvPr>
        </p:nvSpPr>
        <p:spPr>
          <a:xfrm>
            <a:off x="767316" y="1400323"/>
            <a:ext cx="10515600" cy="4351338"/>
          </a:xfrm>
        </p:spPr>
        <p:txBody>
          <a:bodyPr vert="horz" lIns="91440" tIns="45720" rIns="91440" bIns="45720" rtlCol="0" anchor="t">
            <a:normAutofit/>
          </a:bodyPr>
          <a:lstStyle/>
          <a:p>
            <a:pPr marL="0" indent="0">
              <a:buNone/>
            </a:pPr>
            <a:r>
              <a:rPr lang="en-US" sz="1600">
                <a:cs typeface="Calibri" panose="020F0502020204030204"/>
              </a:rPr>
              <a:t>Authentication:</a:t>
            </a:r>
          </a:p>
          <a:p>
            <a:pPr marL="0" indent="0">
              <a:buNone/>
            </a:pPr>
            <a:r>
              <a:rPr lang="en-US" sz="1600">
                <a:cs typeface="Calibri" panose="020F0502020204030204"/>
              </a:rPr>
              <a:t>As a user of the app, I want my diary entries to be private so I would like to be able to create and account and use my biometrics (face id/fingerprint) to log in whenever I want to view/edit a diary entry.</a:t>
            </a:r>
          </a:p>
          <a:p>
            <a:pPr marL="0" indent="0">
              <a:buNone/>
            </a:pPr>
            <a:endParaRPr lang="en-US" sz="1600">
              <a:cs typeface="Calibri" panose="020F0502020204030204"/>
            </a:endParaRPr>
          </a:p>
          <a:p>
            <a:pPr marL="0" indent="0">
              <a:buNone/>
            </a:pPr>
            <a:r>
              <a:rPr lang="en-US" sz="1600">
                <a:cs typeface="Calibri" panose="020F0502020204030204"/>
              </a:rPr>
              <a:t>Social:</a:t>
            </a:r>
          </a:p>
          <a:p>
            <a:pPr marL="0" indent="0">
              <a:buNone/>
            </a:pPr>
            <a:r>
              <a:rPr lang="en-US" sz="1600">
                <a:cs typeface="Calibri" panose="020F0502020204030204"/>
              </a:rPr>
              <a:t>As a trusted friend of someone who also uses the app, I would like to be able to see certain diary entries(with permission)</a:t>
            </a:r>
          </a:p>
        </p:txBody>
      </p:sp>
    </p:spTree>
    <p:extLst>
      <p:ext uri="{BB962C8B-B14F-4D97-AF65-F5344CB8AC3E}">
        <p14:creationId xmlns:p14="http://schemas.microsoft.com/office/powerpoint/2010/main" val="187318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3902C-E8CD-7981-90CD-2A4E7454352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493C22FC-5266-B421-428D-7BAA444132F5}"/>
              </a:ext>
            </a:extLst>
          </p:cNvPr>
          <p:cNvSpPr>
            <a:spLocks noGrp="1"/>
          </p:cNvSpPr>
          <p:nvPr>
            <p:ph idx="1"/>
          </p:nvPr>
        </p:nvSpPr>
        <p:spPr/>
        <p:txBody>
          <a:bodyPr vert="horz" lIns="91440" tIns="45720" rIns="91440" bIns="45720" rtlCol="0" anchor="t">
            <a:normAutofit/>
          </a:bodyPr>
          <a:lstStyle/>
          <a:p>
            <a:r>
              <a:rPr lang="en-GB">
                <a:cs typeface="Calibri"/>
              </a:rPr>
              <a:t>Google calendar</a:t>
            </a:r>
          </a:p>
          <a:p>
            <a:endParaRPr lang="en-GB">
              <a:cs typeface="Calibri"/>
            </a:endParaRPr>
          </a:p>
        </p:txBody>
      </p:sp>
    </p:spTree>
    <p:extLst>
      <p:ext uri="{BB962C8B-B14F-4D97-AF65-F5344CB8AC3E}">
        <p14:creationId xmlns:p14="http://schemas.microsoft.com/office/powerpoint/2010/main" val="3331848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BE83C846F0E2459C45C1C3CCD86263" ma:contentTypeVersion="11" ma:contentTypeDescription="Create a new document." ma:contentTypeScope="" ma:versionID="a56c0e0037b4bee86e9d859c9cd40165">
  <xsd:schema xmlns:xsd="http://www.w3.org/2001/XMLSchema" xmlns:xs="http://www.w3.org/2001/XMLSchema" xmlns:p="http://schemas.microsoft.com/office/2006/metadata/properties" xmlns:ns2="1e4e950a-f53e-4c3f-82b0-660a0ee77dce" targetNamespace="http://schemas.microsoft.com/office/2006/metadata/properties" ma:root="true" ma:fieldsID="8ca78921bcf39b5d6a035d365a313914" ns2:_="">
    <xsd:import namespace="1e4e950a-f53e-4c3f-82b0-660a0ee77d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4e950a-f53e-4c3f-82b0-660a0ee77d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3b4e7a9-4921-4884-8ec2-23d386fa8e1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e4e950a-f53e-4c3f-82b0-660a0ee77dc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01BFB04-F1A1-4A38-A32D-0178F75A81E7}"/>
</file>

<file path=customXml/itemProps2.xml><?xml version="1.0" encoding="utf-8"?>
<ds:datastoreItem xmlns:ds="http://schemas.openxmlformats.org/officeDocument/2006/customXml" ds:itemID="{5A1604D3-EE3D-45DC-BC00-B9D0F00A3504}">
  <ds:schemaRefs>
    <ds:schemaRef ds:uri="http://schemas.microsoft.com/sharepoint/v3/contenttype/forms"/>
  </ds:schemaRefs>
</ds:datastoreItem>
</file>

<file path=customXml/itemProps3.xml><?xml version="1.0" encoding="utf-8"?>
<ds:datastoreItem xmlns:ds="http://schemas.openxmlformats.org/officeDocument/2006/customXml" ds:itemID="{584510C9-D4BE-4F0C-AE29-92C2DC1FA971}">
  <ds:schemaRefs>
    <ds:schemaRef ds:uri="2f026c5d-f273-4be6-b4bd-43f86f9043e6"/>
    <ds:schemaRef ds:uri="cd7140a7-2ba8-410f-9267-647f5213685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Android Application ideas - secret diary?</vt:lpstr>
      <vt:lpstr>PowerPoint Presentation</vt:lpstr>
      <vt:lpstr>PowerPoint Presentation</vt:lpstr>
      <vt:lpstr>Requirements</vt:lpstr>
      <vt:lpstr>Features</vt:lpstr>
      <vt:lpstr>App specific features</vt:lpstr>
      <vt:lpstr>User stories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Application ideas</dc:title>
  <dc:creator>SOPHIE</dc:creator>
  <cp:revision>1</cp:revision>
  <dcterms:created xsi:type="dcterms:W3CDTF">2024-01-22T12:20:51Z</dcterms:created>
  <dcterms:modified xsi:type="dcterms:W3CDTF">2024-02-07T11:43:29Z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0x010100B9BE83C846F0E2459C45C1C3CCD86263</vt:lpwstr>
  </property>
</Properties>
</file>