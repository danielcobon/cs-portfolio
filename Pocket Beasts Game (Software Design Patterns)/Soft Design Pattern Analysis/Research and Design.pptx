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34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5721D-BB77-4775-920E-F2B248DE5D4E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78FAF-D663-4E5B-A063-2522A990E9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0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A34B48B0-85B2-40C4-A05A-571C99C8AB5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083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DD09-4E7B-64E6-58E4-6AED733AB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C826D-44C0-99D4-EF30-94C4D32F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797C4-3C04-991E-D4AB-DC27A13F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A055A-E635-46AC-06E4-E6C7D3E5E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82B8F-6DBF-C1C8-72E1-2AEF93E3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03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224B-DF43-6C8F-792E-C3522E7C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B2D00-E691-1867-CA78-1804352EB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02646-DE01-27C4-F8C0-98E675E6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5B14B-9FAC-CDD2-1068-55DF7DDC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23B2-D4A1-CF45-D818-0D9EDAE9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00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6A18-D3FC-BFC5-98DC-4A40653E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7D34C-8F90-DA8E-443C-08B40781C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15662-15B1-31F9-13AC-F0917C35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6252D-A751-CAB7-DE40-871FAF0B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F75CB-1BEC-BEF6-E69C-31B2B7EF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281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65E2-7A92-2BC0-E845-12760B00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B2306-184B-2B69-F935-7DF93063E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0C61-D849-E0E6-ADB2-B1CCD3F96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C458E-98E1-2D4D-E81B-84388D30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462E3-CA36-EA10-D261-D545F66C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C1EEE-A49C-CFFE-1A01-3C730ECB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127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3A62-6898-E001-C041-0FFAF9A1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FEE6-4DB0-32AB-FC41-C424168FE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DACB8-4E64-1B4F-55B3-63CDD5B32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BA89A-96A8-1828-EBDB-32FEAA5EF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D519F-29AF-67D3-496F-59E62D52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E47D9-089E-349C-2B7F-058DAEFE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4C8F8-7184-E91C-5A86-C3AE681C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13709-8B46-D8EB-A749-D6FF42F4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61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511E-49BC-7021-1023-4BEEFA94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26AAB-B780-CDC3-AAF5-E6C76708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C3B07-5224-0372-9865-C1E22EAF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6F054-09F7-9F7B-692C-D7C6EFE2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43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5F95F-F7B0-C37C-1CFC-47BEB5C1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6F650-2D14-246B-5844-26224C5A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64BD-2E44-DB20-22D4-D6DF08E8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23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16AA-D9E8-A102-75A0-9EC154B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8E3E-CD81-8BEA-763E-CFAB529BE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75EF3-1FB1-CC5C-6A42-12EABAAC9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35FE9-F026-B7EE-AA13-6AB26B27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CD7D0-0C5D-6214-DEAB-97CE843C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6A816-BFFF-8D6F-5197-B70641BF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1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39830-F291-7179-BF53-6E4FB3388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544A9-C7E3-AC2E-FD03-540E9EAD2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BD803-A87A-9DC5-29EF-F65122F4F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4160E-6EB5-61B9-206E-139B9934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8E816-D4CC-97A4-2879-1693D5CC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4AB49-F180-3C71-50D6-04A11743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67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FF5A-2053-24D0-7B09-8E802B32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2AC55-6A2D-932A-B83A-FAF19AA9E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356A5-6CDE-604D-2938-AF3BBA73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4279A-0F75-DFF2-3C22-660A7653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20CB-DC70-F583-3E33-A3BB51C2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19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B5FCC7-FFF4-AC1C-CB17-1AEA62A9C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E78AF-28D1-B35C-E102-6DC34715F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7322-B3CC-BA14-7E42-F4D63533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9980E-76E3-FB72-05AB-04719A2BB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ADB7-5F06-CB77-9B37-F1A57B3F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472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9A5174-1112-4D75-9ACE-EB000DE44E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241F2F-6D67-4597-AB7C-D982860837A5}"/>
              </a:ext>
            </a:extLst>
          </p:cNvPr>
          <p:cNvSpPr/>
          <p:nvPr userDrawn="1"/>
        </p:nvSpPr>
        <p:spPr>
          <a:xfrm>
            <a:off x="3585972" y="0"/>
            <a:ext cx="5020056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639DF-BB81-43B2-81DF-DC0942E884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5972" y="2551430"/>
            <a:ext cx="5020056" cy="1633085"/>
          </a:xfrm>
        </p:spPr>
        <p:txBody>
          <a:bodyPr rtlCol="0" anchor="b">
            <a:normAutofit/>
          </a:bodyPr>
          <a:lstStyle>
            <a:lvl1pPr algn="ctr">
              <a:lnSpc>
                <a:spcPct val="85000"/>
              </a:lnSpc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2A2A7-5821-4BAA-A45B-8AFDF4E0F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0" y="4653445"/>
            <a:ext cx="5027613" cy="827197"/>
          </a:xfrm>
        </p:spPr>
        <p:txBody>
          <a:bodyPr rtlCol="0"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828D1A9-3D67-4106-B288-BC23A7CC5A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708" y="1721890"/>
            <a:ext cx="2386800" cy="486000"/>
          </a:xfrm>
          <a:prstGeom prst="roundRect">
            <a:avLst/>
          </a:prstGeo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8176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183E6-6ADC-4981-81C5-8B7099E3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FD214-3B48-AB6C-FACD-1DDFE56BE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A040A-784B-BB1E-8471-0BFB8913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2D261-B2F0-4512-AFD6-CF7D2CDEF897}" type="datetimeFigureOut">
              <a:rPr lang="en-GB" smtClean="0"/>
              <a:t>07/03/2024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CC95-4F56-308E-746C-8F8B179CA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FB661-C20E-74E3-73FF-5B83DB04E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3AB0E-AD76-4829-A645-8AD13E3E30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16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ADA7-71A1-44A8-81BF-1B6CACFB75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 dirty="0"/>
              <a:t>Research and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C4633-7458-4F99-83F4-CB5107BC2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en-GB" dirty="0">
                <a:solidFill>
                  <a:schemeClr val="bg1"/>
                </a:solidFill>
              </a:rPr>
              <a:t>Name: Daniel Cyril Obon</a:t>
            </a:r>
          </a:p>
          <a:p>
            <a:pPr rtl="0"/>
            <a:r>
              <a:rPr lang="en-GB" dirty="0">
                <a:solidFill>
                  <a:schemeClr val="bg1"/>
                </a:solidFill>
              </a:rPr>
              <a:t>Student ID: C2650218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2272119-6DBB-4DC8-7E63-D5CA99FC40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Software Design Patterns: Element 1</a:t>
            </a:r>
          </a:p>
        </p:txBody>
      </p:sp>
    </p:spTree>
    <p:extLst>
      <p:ext uri="{BB962C8B-B14F-4D97-AF65-F5344CB8AC3E}">
        <p14:creationId xmlns:p14="http://schemas.microsoft.com/office/powerpoint/2010/main" val="99226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3D472-4033-26EE-DF7D-1EF134B7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Base UML</a:t>
            </a:r>
          </a:p>
        </p:txBody>
      </p:sp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3734CCCC-D1D3-D940-DA77-77C3817F9F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C956A-347F-DE51-E1FC-6C7840DBD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7734" y="2614612"/>
            <a:ext cx="5291663" cy="375284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Limited Extensibility: Difficult to accommodate new types of cards such as spells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Violation of Open/Closed Principle: Software entities should be open for extension but closed for modification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Poor Encapsulation: </a:t>
            </a:r>
            <a:r>
              <a:rPr lang="en-US" sz="1800" dirty="0" err="1"/>
              <a:t>Behaviour</a:t>
            </a:r>
            <a:r>
              <a:rPr lang="en-US" sz="1800" dirty="0"/>
              <a:t> such as taking damage and comparing cards is directly implemented within the class itself, making the </a:t>
            </a:r>
            <a:r>
              <a:rPr lang="en-US" sz="1800" dirty="0" err="1"/>
              <a:t>behaviour</a:t>
            </a:r>
            <a:r>
              <a:rPr lang="en-US" sz="1800" dirty="0"/>
              <a:t> tightly coupled.</a:t>
            </a:r>
          </a:p>
        </p:txBody>
      </p:sp>
    </p:spTree>
    <p:extLst>
      <p:ext uri="{BB962C8B-B14F-4D97-AF65-F5344CB8AC3E}">
        <p14:creationId xmlns:p14="http://schemas.microsoft.com/office/powerpoint/2010/main" val="386901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049F-B6B2-6EF2-8B7C-6D3DC9E3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90" y="520067"/>
            <a:ext cx="3932237" cy="1600200"/>
          </a:xfrm>
        </p:spPr>
        <p:txBody>
          <a:bodyPr/>
          <a:lstStyle/>
          <a:p>
            <a:r>
              <a:rPr lang="en-GB" dirty="0"/>
              <a:t>Façade Pattern</a:t>
            </a:r>
          </a:p>
        </p:txBody>
      </p:sp>
      <p:pic>
        <p:nvPicPr>
          <p:cNvPr id="6" name="Picture Placeholder 5" descr="A diagram of a program&#10;&#10;Description automatically generated">
            <a:extLst>
              <a:ext uri="{FF2B5EF4-FFF2-40B4-BE49-F238E27FC236}">
                <a16:creationId xmlns:a16="http://schemas.microsoft.com/office/drawing/2014/main" id="{75C4C43B-74B6-0733-368A-AFD9D0D082B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" t="1369" r="1990" b="3778"/>
          <a:stretch/>
        </p:blipFill>
        <p:spPr>
          <a:xfrm>
            <a:off x="4267200" y="520067"/>
            <a:ext cx="7767810" cy="5817866"/>
          </a:xfrm>
          <a:ln>
            <a:solidFill>
              <a:schemeClr val="tx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2C95E-3FBF-E88D-DF43-809D14CCC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6990" y="2120267"/>
            <a:ext cx="3932237" cy="3811588"/>
          </a:xfrm>
        </p:spPr>
        <p:txBody>
          <a:bodyPr>
            <a:normAutofit fontScale="92500" lnSpcReduction="10000"/>
          </a:bodyPr>
          <a:lstStyle/>
          <a:p>
            <a:r>
              <a:rPr lang="en-GB" u="sng" dirty="0"/>
              <a:t>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Simplified Interface: Encapsulates interaction and dependencies of Card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Enhanced Reusability: Provides a single point for accessing the functionality of Card class.</a:t>
            </a:r>
          </a:p>
          <a:p>
            <a:r>
              <a:rPr lang="en-GB" u="sng" dirty="0"/>
              <a:t>Disadvantage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Limited Flexibility: Fixed interface that exposes only a subset of the functionality due to additional abstraction.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Potential Overhead: Can introduce overhead in terms of performance and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Increased Coupling: Coupling between Façade and subsystems it encapsulates.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462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F76B-1177-4EBF-0226-3FE21461E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457200"/>
            <a:ext cx="3932237" cy="1600200"/>
          </a:xfrm>
        </p:spPr>
        <p:txBody>
          <a:bodyPr/>
          <a:lstStyle/>
          <a:p>
            <a:r>
              <a:rPr lang="en-GB" dirty="0"/>
              <a:t>Decorator Pattern</a:t>
            </a:r>
          </a:p>
        </p:txBody>
      </p:sp>
      <p:pic>
        <p:nvPicPr>
          <p:cNvPr id="8" name="Picture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E0252394-9F6E-079B-8CBA-3E52405A5A9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" t="1987" r="1697" b="2637"/>
          <a:stretch/>
        </p:blipFill>
        <p:spPr>
          <a:xfrm>
            <a:off x="4326211" y="825500"/>
            <a:ext cx="7770209" cy="5043488"/>
          </a:xfrm>
          <a:ln>
            <a:solidFill>
              <a:schemeClr val="accent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CBB27-5511-D359-F0E2-032302A3E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3688" y="2057400"/>
            <a:ext cx="3932237" cy="3811588"/>
          </a:xfrm>
        </p:spPr>
        <p:txBody>
          <a:bodyPr/>
          <a:lstStyle/>
          <a:p>
            <a:r>
              <a:rPr lang="en-GB" u="sng" dirty="0"/>
              <a:t>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Incremental Development: New decorators could be added gradually as new requirements arise.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Dynamic Extensibility: Provides a flexible and incremental approach to extending Card class.</a:t>
            </a:r>
          </a:p>
          <a:p>
            <a:r>
              <a:rPr lang="en-GB" u="sng" dirty="0"/>
              <a:t>Disadvantage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Increased Complexity: Deals with many decorators and complex interactions between decorators.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Maintaining Consistency: May be difficult to ensure consistency between shared states </a:t>
            </a:r>
            <a:r>
              <a:rPr lang="en-GB"/>
              <a:t>or interactions.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15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8A5B-5FD0-FC9C-6771-4EF88DB2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88" y="508000"/>
            <a:ext cx="3932237" cy="1600200"/>
          </a:xfrm>
        </p:spPr>
        <p:txBody>
          <a:bodyPr/>
          <a:lstStyle/>
          <a:p>
            <a:r>
              <a:rPr lang="en-GB" dirty="0"/>
              <a:t>Strategy Pattern</a:t>
            </a:r>
          </a:p>
        </p:txBody>
      </p:sp>
      <p:pic>
        <p:nvPicPr>
          <p:cNvPr id="6" name="Picture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20A5311B-C812-7B01-3A30-1A94BCD506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" t="1889" r="1865" b="1955"/>
          <a:stretch/>
        </p:blipFill>
        <p:spPr>
          <a:xfrm>
            <a:off x="4356143" y="800100"/>
            <a:ext cx="7788335" cy="5232400"/>
          </a:xfrm>
          <a:ln>
            <a:solidFill>
              <a:schemeClr val="accent1"/>
            </a:solidFill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4A7A4-5752-DCD1-D484-DFF0467C2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6388" y="2108200"/>
            <a:ext cx="3932237" cy="3811588"/>
          </a:xfrm>
        </p:spPr>
        <p:txBody>
          <a:bodyPr>
            <a:normAutofit lnSpcReduction="10000"/>
          </a:bodyPr>
          <a:lstStyle/>
          <a:p>
            <a:r>
              <a:rPr lang="en-GB" u="sng" dirty="0"/>
              <a:t>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Flexible Behaviour: Allows different behaviours such as attack, defend or abilities to be encapsulated.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Open/Closed Principle Compliance: New classes can be introduced to represent additional behaviour without changing previous code.</a:t>
            </a:r>
          </a:p>
          <a:p>
            <a:r>
              <a:rPr lang="en-GB" u="sng" dirty="0"/>
              <a:t>Disadvantage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Increased Complexity: Involved defining multiple strategy classes and managing interactions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Potential Performance Overhead: Due to its dynamic nature and delegation behaviour to strategy objects.</a:t>
            </a:r>
          </a:p>
        </p:txBody>
      </p:sp>
    </p:spTree>
    <p:extLst>
      <p:ext uri="{BB962C8B-B14F-4D97-AF65-F5344CB8AC3E}">
        <p14:creationId xmlns:p14="http://schemas.microsoft.com/office/powerpoint/2010/main" val="15473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2110-EDA7-E56C-A039-E169900A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Unsuitable use of Decorator and Facade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80EAC-19B8-4EB6-0879-158DBE17A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Reason not to use Façade: </a:t>
            </a:r>
          </a:p>
          <a:p>
            <a:r>
              <a:rPr lang="en-GB" dirty="0"/>
              <a:t>May provide a simplified interface, however, is less suitable for scenarios which require dynamic modification of individual card behaviours. Focuses on high-level interface over dynamic code.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Reason not to use Decorator:</a:t>
            </a:r>
          </a:p>
          <a:p>
            <a:r>
              <a:rPr lang="en-GB" dirty="0"/>
              <a:t> While allowing dynamic modification, might introduce complexity in managing decorators and ensuring consistency of state across multiple decorators.</a:t>
            </a:r>
          </a:p>
        </p:txBody>
      </p:sp>
    </p:spTree>
    <p:extLst>
      <p:ext uri="{BB962C8B-B14F-4D97-AF65-F5344CB8AC3E}">
        <p14:creationId xmlns:p14="http://schemas.microsoft.com/office/powerpoint/2010/main" val="325611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782B-4730-EA61-F9C6-98ADC6B0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Conclusion: Strategy Pattern is Recommended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FBDBA-D5CA-826D-6A58-48903EF48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Reason to use Strategy:</a:t>
            </a:r>
          </a:p>
          <a:p>
            <a:r>
              <a:rPr lang="en-GB" dirty="0"/>
              <a:t>Allows for clients to select and switch between different behaviours at runtime.</a:t>
            </a:r>
          </a:p>
          <a:p>
            <a:r>
              <a:rPr lang="en-GB" dirty="0"/>
              <a:t>Suitable for scenarios where Card class exhibits different behaviours and strategies.</a:t>
            </a:r>
          </a:p>
          <a:p>
            <a:r>
              <a:rPr lang="en-GB" dirty="0"/>
              <a:t>Reduced coupling of behaviour objects from their implementation, reducing dependencies.</a:t>
            </a:r>
          </a:p>
          <a:p>
            <a:r>
              <a:rPr lang="en-GB" dirty="0"/>
              <a:t>Promotes code reusability by encapsulating behaviours as strategy objects which can be shared across other context.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09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415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Research and Design</vt:lpstr>
      <vt:lpstr>Base UML</vt:lpstr>
      <vt:lpstr>Façade Pattern</vt:lpstr>
      <vt:lpstr>Decorator Pattern</vt:lpstr>
      <vt:lpstr>Strategy Pattern</vt:lpstr>
      <vt:lpstr>Unsuitable use of Decorator and Facade</vt:lpstr>
      <vt:lpstr>Conclusion: Strategy Pattern is Recommended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and Design</dc:title>
  <dc:creator>OBON, DANIEL CYRIL (Student)</dc:creator>
  <cp:lastModifiedBy>OBON, DANIEL CYRIL (Student)</cp:lastModifiedBy>
  <cp:revision>2</cp:revision>
  <dcterms:created xsi:type="dcterms:W3CDTF">2024-03-07T14:37:39Z</dcterms:created>
  <dcterms:modified xsi:type="dcterms:W3CDTF">2024-03-07T15:33:49Z</dcterms:modified>
</cp:coreProperties>
</file>